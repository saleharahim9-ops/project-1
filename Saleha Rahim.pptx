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2" r:id="rId14"/>
    <p:sldId id="273" r:id="rId15"/>
    <p:sldId id="268" r:id="rId16"/>
    <p:sldId id="269" r:id="rId17"/>
    <p:sldId id="270" r:id="rId18"/>
    <p:sldId id="271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MPB10\Desktop\anoop%20marge%20dataset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MPB10\Desktop\anoop%20marge%20dataset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MPB10\Desktop\anoop%20marge%20dataset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MPB10\Desktop\anoop%20marge%20dataset.xlsx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MPB10\Desktop\anoop%20marge%20dataset.xlsx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MPB10\Desktop\anoop%20marge%20dataset.xlsx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MPB10\Desktop\anoop%20marge%20dataset.xlsx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MPB10\Desktop\anoop%20marge%20dataset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[anoop marge dataset.xlsx]Monthly growth!PivotTable4</c:name>
    <c:fmtId val="4"/>
  </c:pivotSource>
  <c:chart>
    <c:title>
      <c:tx>
        <c:rich>
          <a:bodyPr/>
          <a:lstStyle/>
          <a:p>
            <a:pPr>
              <a:defRPr/>
            </a:pPr>
            <a:r>
              <a:rPr lang="en-US" sz="1800" b="1" i="0" u="none" strike="noStrike" baseline="0">
                <a:solidFill>
                  <a:srgbClr val="00B050"/>
                </a:solidFill>
              </a:rPr>
              <a:t>Monthly Growth Chart</a:t>
            </a:r>
            <a:endParaRPr lang="en-US">
              <a:solidFill>
                <a:srgbClr val="00B050"/>
              </a:solidFill>
            </a:endParaRPr>
          </a:p>
        </c:rich>
      </c:tx>
      <c:layout>
        <c:manualLayout>
          <c:xMode val="edge"/>
          <c:yMode val="edge"/>
          <c:x val="0.2398829919804564"/>
          <c:y val="5.7360876437564726E-3"/>
        </c:manualLayout>
      </c:layout>
      <c:overlay val="0"/>
    </c:title>
    <c:autoTitleDeleted val="0"/>
    <c:pivotFmts>
      <c:pivotFmt>
        <c:idx val="0"/>
        <c:marker>
          <c:symbol val="none"/>
        </c:marker>
      </c:pivotFmt>
      <c:pivotFmt>
        <c:idx val="1"/>
        <c:spPr>
          <a:solidFill>
            <a:srgbClr val="FFFF00"/>
          </a:solidFill>
        </c:spPr>
      </c:pivotFmt>
      <c:pivotFmt>
        <c:idx val="2"/>
        <c:marker>
          <c:symbol val="none"/>
        </c:marker>
      </c:pivotFmt>
      <c:pivotFmt>
        <c:idx val="3"/>
        <c:spPr>
          <a:solidFill>
            <a:srgbClr val="FFFF00"/>
          </a:solidFill>
        </c:spPr>
      </c:pivotFmt>
      <c:pivotFmt>
        <c:idx val="4"/>
        <c:marker>
          <c:symbol val="none"/>
        </c:marker>
      </c:pivotFmt>
      <c:pivotFmt>
        <c:idx val="5"/>
        <c:spPr>
          <a:solidFill>
            <a:srgbClr val="FFFF00"/>
          </a:solidFill>
        </c:spPr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'Monthly growth'!$B$3</c:f>
              <c:strCache>
                <c:ptCount val="1"/>
                <c:pt idx="0">
                  <c:v>Total</c:v>
                </c:pt>
              </c:strCache>
            </c:strRef>
          </c:tx>
          <c:invertIfNegative val="0"/>
          <c:dPt>
            <c:idx val="1"/>
            <c:invertIfNegative val="0"/>
            <c:bubble3D val="0"/>
            <c:spPr>
              <a:solidFill>
                <a:srgbClr val="FFFF00"/>
              </a:solidFill>
            </c:spPr>
            <c:extLst>
              <c:ext xmlns:c16="http://schemas.microsoft.com/office/drawing/2014/chart" uri="{C3380CC4-5D6E-409C-BE32-E72D297353CC}">
                <c16:uniqueId val="{00000001-73CF-4673-B3AC-7D2E0D8967BD}"/>
              </c:ext>
            </c:extLst>
          </c:dPt>
          <c:cat>
            <c:strRef>
              <c:f>'Monthly growth'!$A$4:$A$6</c:f>
              <c:strCache>
                <c:ptCount val="2"/>
                <c:pt idx="0">
                  <c:v>January</c:v>
                </c:pt>
                <c:pt idx="1">
                  <c:v>February</c:v>
                </c:pt>
              </c:strCache>
            </c:strRef>
          </c:cat>
          <c:val>
            <c:numRef>
              <c:f>'Monthly growth'!$B$4:$B$6</c:f>
              <c:numCache>
                <c:formatCode>General</c:formatCode>
                <c:ptCount val="2"/>
                <c:pt idx="0">
                  <c:v>38189</c:v>
                </c:pt>
                <c:pt idx="1">
                  <c:v>20115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3CF-4673-B3AC-7D2E0D8967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95498368"/>
        <c:axId val="195499904"/>
      </c:barChart>
      <c:catAx>
        <c:axId val="19549836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195499904"/>
        <c:crosses val="autoZero"/>
        <c:auto val="1"/>
        <c:lblAlgn val="ctr"/>
        <c:lblOffset val="100"/>
        <c:noMultiLvlLbl val="0"/>
      </c:catAx>
      <c:valAx>
        <c:axId val="195499904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95498368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[anoop marge dataset.xlsx]Weather Impact!PivotTable2</c:name>
    <c:fmtId val="9"/>
  </c:pivotSource>
  <c:chart>
    <c:title>
      <c:tx>
        <c:rich>
          <a:bodyPr/>
          <a:lstStyle/>
          <a:p>
            <a:pPr algn="ctr">
              <a:defRPr/>
            </a:pPr>
            <a:r>
              <a:rPr lang="en-US" sz="1800" b="1" i="0" u="none" strike="noStrike" baseline="0"/>
              <a:t>Weather Impact</a:t>
            </a:r>
            <a:endParaRPr lang="en-US"/>
          </a:p>
        </c:rich>
      </c:tx>
      <c:layout>
        <c:manualLayout>
          <c:xMode val="edge"/>
          <c:yMode val="edge"/>
          <c:x val="0.28380555555555548"/>
          <c:y val="8.2385535141440668E-3"/>
        </c:manualLayout>
      </c:layout>
      <c:overlay val="0"/>
    </c:title>
    <c:autoTitleDeleted val="0"/>
    <c:pivotFmts>
      <c:pivotFmt>
        <c:idx val="0"/>
        <c:marker>
          <c:symbol val="none"/>
        </c:marker>
        <c:dLbl>
          <c:idx val="0"/>
          <c:spPr/>
          <c:txPr>
            <a:bodyPr/>
            <a:lstStyle/>
            <a:p>
              <a:pPr>
                <a:defRPr/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</c:pivotFmt>
      <c:pivotFmt>
        <c:idx val="2"/>
        <c:spPr>
          <a:solidFill>
            <a:srgbClr val="002060">
              <a:alpha val="91000"/>
            </a:srgbClr>
          </a:solidFill>
        </c:spPr>
      </c:pivotFmt>
      <c:pivotFmt>
        <c:idx val="3"/>
        <c:spPr>
          <a:solidFill>
            <a:srgbClr val="0070C0"/>
          </a:solidFill>
        </c:spPr>
      </c:pivotFmt>
      <c:pivotFmt>
        <c:idx val="4"/>
        <c:marker>
          <c:symbol val="none"/>
        </c:marker>
        <c:dLbl>
          <c:idx val="0"/>
          <c:spPr/>
          <c:txPr>
            <a:bodyPr/>
            <a:lstStyle/>
            <a:p>
              <a:pPr>
                <a:defRPr/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rgbClr val="002060">
              <a:alpha val="91000"/>
            </a:srgbClr>
          </a:solidFill>
        </c:spPr>
      </c:pivotFmt>
      <c:pivotFmt>
        <c:idx val="6"/>
        <c:spPr>
          <a:solidFill>
            <a:srgbClr val="0070C0"/>
          </a:solidFill>
        </c:spPr>
      </c:pivotFmt>
      <c:pivotFmt>
        <c:idx val="7"/>
        <c:marker>
          <c:symbol val="none"/>
        </c:marker>
        <c:dLbl>
          <c:idx val="0"/>
          <c:spPr/>
          <c:txPr>
            <a:bodyPr/>
            <a:lstStyle/>
            <a:p>
              <a:pPr>
                <a:defRPr/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rgbClr val="002060">
              <a:alpha val="91000"/>
            </a:srgbClr>
          </a:solidFill>
        </c:spPr>
      </c:pivotFmt>
      <c:pivotFmt>
        <c:idx val="9"/>
        <c:spPr>
          <a:solidFill>
            <a:srgbClr val="0070C0"/>
          </a:solidFill>
        </c:spPr>
      </c:pivotFmt>
    </c:pivotFmts>
    <c:plotArea>
      <c:layout/>
      <c:pieChart>
        <c:varyColors val="1"/>
        <c:ser>
          <c:idx val="0"/>
          <c:order val="0"/>
          <c:tx>
            <c:strRef>
              <c:f>'Weather Impact'!$B$3</c:f>
              <c:strCache>
                <c:ptCount val="1"/>
                <c:pt idx="0">
                  <c:v>Total</c:v>
                </c:pt>
              </c:strCache>
            </c:strRef>
          </c:tx>
          <c:dPt>
            <c:idx val="1"/>
            <c:bubble3D val="0"/>
            <c:spPr>
              <a:solidFill>
                <a:srgbClr val="002060">
                  <a:alpha val="91000"/>
                </a:srgbClr>
              </a:solidFill>
            </c:spPr>
            <c:extLst>
              <c:ext xmlns:c16="http://schemas.microsoft.com/office/drawing/2014/chart" uri="{C3380CC4-5D6E-409C-BE32-E72D297353CC}">
                <c16:uniqueId val="{00000001-97B4-46A4-A75A-6CEA3E0EA8AE}"/>
              </c:ext>
            </c:extLst>
          </c:dPt>
          <c:dPt>
            <c:idx val="2"/>
            <c:bubble3D val="0"/>
            <c:spPr>
              <a:solidFill>
                <a:srgbClr val="0070C0"/>
              </a:solidFill>
            </c:spPr>
            <c:extLst>
              <c:ext xmlns:c16="http://schemas.microsoft.com/office/drawing/2014/chart" uri="{C3380CC4-5D6E-409C-BE32-E72D297353CC}">
                <c16:uniqueId val="{00000003-97B4-46A4-A75A-6CEA3E0EA8A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/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'Weather Impact'!$A$4:$A$8</c:f>
              <c:strCache>
                <c:ptCount val="4"/>
                <c:pt idx="0">
                  <c:v>Clear</c:v>
                </c:pt>
                <c:pt idx="1">
                  <c:v>Heavy Rain/Snow</c:v>
                </c:pt>
                <c:pt idx="2">
                  <c:v>Light Rain/Snow</c:v>
                </c:pt>
                <c:pt idx="3">
                  <c:v>Mist/Cloudy</c:v>
                </c:pt>
              </c:strCache>
            </c:strRef>
          </c:cat>
          <c:val>
            <c:numRef>
              <c:f>'Weather Impact'!$B$4:$B$8</c:f>
              <c:numCache>
                <c:formatCode>General</c:formatCode>
                <c:ptCount val="4"/>
                <c:pt idx="0">
                  <c:v>59.709239130434781</c:v>
                </c:pt>
                <c:pt idx="1">
                  <c:v>36</c:v>
                </c:pt>
                <c:pt idx="2">
                  <c:v>31.127659574468087</c:v>
                </c:pt>
                <c:pt idx="3">
                  <c:v>53.742268041237111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7B4-46A4-A75A-6CEA3E0EA8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</c:plotArea>
    <c:legend>
      <c:legendPos val="r"/>
      <c:overlay val="0"/>
    </c:legend>
    <c:plotVisOnly val="1"/>
    <c:dispBlanksAs val="gap"/>
    <c:showDLblsOverMax val="0"/>
  </c:chart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sz="1800" b="1" i="0" u="none" strike="noStrike" baseline="0">
                <a:solidFill>
                  <a:srgbClr val="00B050"/>
                </a:solidFill>
              </a:rPr>
              <a:t>"Hourly Rental Trends"</a:t>
            </a:r>
            <a:endParaRPr lang="en-US">
              <a:solidFill>
                <a:srgbClr val="00B050"/>
              </a:solidFill>
            </a:endParaRPr>
          </a:p>
        </c:rich>
      </c:tx>
      <c:overlay val="0"/>
    </c:title>
    <c:autoTitleDeleted val="0"/>
    <c:pivotFmts>
      <c:pivotFmt>
        <c:idx val="0"/>
        <c:spPr>
          <a:ln>
            <a:gradFill>
              <a:gsLst>
                <a:gs pos="0">
                  <a:srgbClr val="5FA0FF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5400000" scaled="0"/>
            </a:gradFill>
          </a:ln>
        </c:spPr>
        <c:marker>
          <c:symbol val="dot"/>
          <c:size val="6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v>Total</c:v>
          </c:tx>
          <c:spPr>
            <a:ln>
              <a:gradFill>
                <a:gsLst>
                  <a:gs pos="0">
                    <a:srgbClr val="5FA0FF"/>
                  </a:gs>
                  <a:gs pos="39999">
                    <a:srgbClr val="85C2FF"/>
                  </a:gs>
                  <a:gs pos="70000">
                    <a:srgbClr val="C4D6EB"/>
                  </a:gs>
                  <a:gs pos="100000">
                    <a:srgbClr val="FFEBFA"/>
                  </a:gs>
                </a:gsLst>
                <a:lin ang="5400000" scaled="0"/>
              </a:gradFill>
            </a:ln>
          </c:spPr>
          <c:marker>
            <c:symbol val="dot"/>
            <c:size val="6"/>
          </c:marker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24F6-4EE0-BB9D-2992D61A795C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4F6-4EE0-BB9D-2992D61A795C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24F6-4EE0-BB9D-2992D61A795C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4F6-4EE0-BB9D-2992D61A795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Afternoon</c:v>
              </c:pt>
              <c:pt idx="1">
                <c:v>Evening</c:v>
              </c:pt>
              <c:pt idx="2">
                <c:v>Morning</c:v>
              </c:pt>
              <c:pt idx="3">
                <c:v>Night</c:v>
              </c:pt>
            </c:strLit>
          </c:cat>
          <c:val>
            <c:numLit>
              <c:formatCode>General</c:formatCode>
              <c:ptCount val="4"/>
              <c:pt idx="0">
                <c:v>73.422222222222217</c:v>
              </c:pt>
              <c:pt idx="1">
                <c:v>98.914285714285711</c:v>
              </c:pt>
              <c:pt idx="2">
                <c:v>64.993589743589737</c:v>
              </c:pt>
              <c:pt idx="3">
                <c:v>16.172897196261683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4-24F6-4EE0-BB9D-2992D61A79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5601152"/>
        <c:axId val="195602688"/>
      </c:lineChart>
      <c:catAx>
        <c:axId val="1956011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195602688"/>
        <c:crosses val="autoZero"/>
        <c:auto val="1"/>
        <c:lblAlgn val="ctr"/>
        <c:lblOffset val="100"/>
        <c:noMultiLvlLbl val="0"/>
      </c:catAx>
      <c:valAx>
        <c:axId val="195602688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"Average Bike Rentals".</a:t>
                </a:r>
              </a:p>
            </c:rich>
          </c:tx>
          <c:layout>
            <c:manualLayout>
              <c:xMode val="edge"/>
              <c:yMode val="edge"/>
              <c:x val="2.2222222222222223E-2"/>
              <c:y val="0.30900043744531935"/>
            </c:manualLayout>
          </c:layout>
          <c:overlay val="0"/>
        </c:title>
        <c:numFmt formatCode="General" sourceLinked="1"/>
        <c:majorTickMark val="out"/>
        <c:minorTickMark val="none"/>
        <c:tickLblPos val="nextTo"/>
        <c:crossAx val="195601152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  <c:extLst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[anoop marge dataset.xlsx]Weather Impact!PivotTable2</c:name>
    <c:fmtId val="9"/>
  </c:pivotSource>
  <c:chart>
    <c:title>
      <c:tx>
        <c:rich>
          <a:bodyPr/>
          <a:lstStyle/>
          <a:p>
            <a:pPr algn="ctr">
              <a:defRPr/>
            </a:pPr>
            <a:r>
              <a:rPr lang="en-US" sz="1800" b="1" i="0" u="none" strike="noStrike" baseline="0"/>
              <a:t>Weather Impact</a:t>
            </a:r>
            <a:endParaRPr lang="en-US"/>
          </a:p>
        </c:rich>
      </c:tx>
      <c:layout>
        <c:manualLayout>
          <c:xMode val="edge"/>
          <c:yMode val="edge"/>
          <c:x val="0.29463122012454956"/>
          <c:y val="2.5054239041817548E-3"/>
        </c:manualLayout>
      </c:layout>
      <c:overlay val="0"/>
    </c:title>
    <c:autoTitleDeleted val="0"/>
    <c:pivotFmts>
      <c:pivotFmt>
        <c:idx val="0"/>
        <c:marker>
          <c:symbol val="none"/>
        </c:marker>
        <c:dLbl>
          <c:idx val="0"/>
          <c:spPr/>
          <c:txPr>
            <a:bodyPr/>
            <a:lstStyle/>
            <a:p>
              <a:pPr>
                <a:defRPr/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</c:pivotFmt>
      <c:pivotFmt>
        <c:idx val="2"/>
        <c:spPr>
          <a:solidFill>
            <a:srgbClr val="002060">
              <a:alpha val="91000"/>
            </a:srgbClr>
          </a:solidFill>
        </c:spPr>
      </c:pivotFmt>
      <c:pivotFmt>
        <c:idx val="3"/>
        <c:spPr>
          <a:solidFill>
            <a:srgbClr val="0070C0"/>
          </a:solidFill>
        </c:spPr>
      </c:pivotFmt>
      <c:pivotFmt>
        <c:idx val="4"/>
        <c:marker>
          <c:symbol val="none"/>
        </c:marker>
        <c:dLbl>
          <c:idx val="0"/>
          <c:spPr/>
          <c:txPr>
            <a:bodyPr/>
            <a:lstStyle/>
            <a:p>
              <a:pPr>
                <a:defRPr/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rgbClr val="002060">
              <a:alpha val="91000"/>
            </a:srgbClr>
          </a:solidFill>
        </c:spPr>
      </c:pivotFmt>
      <c:pivotFmt>
        <c:idx val="6"/>
        <c:spPr>
          <a:solidFill>
            <a:srgbClr val="0070C0"/>
          </a:solidFill>
        </c:spPr>
      </c:pivotFmt>
      <c:pivotFmt>
        <c:idx val="7"/>
        <c:marker>
          <c:symbol val="none"/>
        </c:marker>
        <c:dLbl>
          <c:idx val="0"/>
          <c:spPr/>
          <c:txPr>
            <a:bodyPr/>
            <a:lstStyle/>
            <a:p>
              <a:pPr>
                <a:defRPr/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rgbClr val="002060">
              <a:alpha val="91000"/>
            </a:srgbClr>
          </a:solidFill>
        </c:spPr>
      </c:pivotFmt>
      <c:pivotFmt>
        <c:idx val="9"/>
        <c:spPr>
          <a:solidFill>
            <a:srgbClr val="0070C0"/>
          </a:solidFill>
        </c:spPr>
      </c:pivotFmt>
    </c:pivotFmts>
    <c:plotArea>
      <c:layout/>
      <c:pieChart>
        <c:varyColors val="1"/>
        <c:ser>
          <c:idx val="0"/>
          <c:order val="0"/>
          <c:tx>
            <c:strRef>
              <c:f>'Weather Impact'!$B$3</c:f>
              <c:strCache>
                <c:ptCount val="1"/>
                <c:pt idx="0">
                  <c:v>Total</c:v>
                </c:pt>
              </c:strCache>
            </c:strRef>
          </c:tx>
          <c:dPt>
            <c:idx val="1"/>
            <c:bubble3D val="0"/>
            <c:spPr>
              <a:solidFill>
                <a:srgbClr val="002060">
                  <a:alpha val="91000"/>
                </a:srgbClr>
              </a:solidFill>
            </c:spPr>
            <c:extLst>
              <c:ext xmlns:c16="http://schemas.microsoft.com/office/drawing/2014/chart" uri="{C3380CC4-5D6E-409C-BE32-E72D297353CC}">
                <c16:uniqueId val="{00000001-A9EB-426B-8FD1-781D39579481}"/>
              </c:ext>
            </c:extLst>
          </c:dPt>
          <c:dPt>
            <c:idx val="2"/>
            <c:bubble3D val="0"/>
            <c:spPr>
              <a:solidFill>
                <a:srgbClr val="0070C0"/>
              </a:solidFill>
            </c:spPr>
            <c:extLst>
              <c:ext xmlns:c16="http://schemas.microsoft.com/office/drawing/2014/chart" uri="{C3380CC4-5D6E-409C-BE32-E72D297353CC}">
                <c16:uniqueId val="{00000003-A9EB-426B-8FD1-781D3957948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/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'Weather Impact'!$A$4:$A$8</c:f>
              <c:strCache>
                <c:ptCount val="4"/>
                <c:pt idx="0">
                  <c:v>Clear</c:v>
                </c:pt>
                <c:pt idx="1">
                  <c:v>Heavy Rain/Snow</c:v>
                </c:pt>
                <c:pt idx="2">
                  <c:v>Light Rain/Snow</c:v>
                </c:pt>
                <c:pt idx="3">
                  <c:v>Mist/Cloudy</c:v>
                </c:pt>
              </c:strCache>
            </c:strRef>
          </c:cat>
          <c:val>
            <c:numRef>
              <c:f>'Weather Impact'!$B$4:$B$8</c:f>
              <c:numCache>
                <c:formatCode>General</c:formatCode>
                <c:ptCount val="4"/>
                <c:pt idx="0">
                  <c:v>59.709239130434781</c:v>
                </c:pt>
                <c:pt idx="1">
                  <c:v>36</c:v>
                </c:pt>
                <c:pt idx="2">
                  <c:v>31.127659574468087</c:v>
                </c:pt>
                <c:pt idx="3">
                  <c:v>53.742268041237111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9EB-426B-8FD1-781D395794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</c:plotArea>
    <c:legend>
      <c:legendPos val="r"/>
      <c:overlay val="0"/>
    </c:legend>
    <c:plotVisOnly val="1"/>
    <c:dispBlanksAs val="gap"/>
    <c:showDLblsOverMax val="0"/>
  </c:chart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[anoop marge dataset.xlsx]Monthly growth!PivotTable4</c:name>
    <c:fmtId val="4"/>
  </c:pivotSource>
  <c:chart>
    <c:title>
      <c:tx>
        <c:rich>
          <a:bodyPr/>
          <a:lstStyle/>
          <a:p>
            <a:pPr>
              <a:defRPr/>
            </a:pPr>
            <a:r>
              <a:rPr lang="en-US" sz="1800" b="1" i="0" u="none" strike="noStrike" baseline="0">
                <a:solidFill>
                  <a:srgbClr val="00B050"/>
                </a:solidFill>
              </a:rPr>
              <a:t>Monthly Growth Chart</a:t>
            </a:r>
            <a:endParaRPr lang="en-US">
              <a:solidFill>
                <a:srgbClr val="00B050"/>
              </a:solidFill>
            </a:endParaRPr>
          </a:p>
        </c:rich>
      </c:tx>
      <c:layout>
        <c:manualLayout>
          <c:xMode val="edge"/>
          <c:yMode val="edge"/>
          <c:x val="0.16807047672919759"/>
          <c:y val="6.2453385929910621E-3"/>
        </c:manualLayout>
      </c:layout>
      <c:overlay val="0"/>
    </c:title>
    <c:autoTitleDeleted val="0"/>
    <c:pivotFmts>
      <c:pivotFmt>
        <c:idx val="0"/>
        <c:marker>
          <c:symbol val="none"/>
        </c:marker>
      </c:pivotFmt>
      <c:pivotFmt>
        <c:idx val="1"/>
        <c:spPr>
          <a:solidFill>
            <a:srgbClr val="FFFF00"/>
          </a:solidFill>
        </c:spPr>
      </c:pivotFmt>
      <c:pivotFmt>
        <c:idx val="2"/>
        <c:marker>
          <c:symbol val="none"/>
        </c:marker>
      </c:pivotFmt>
      <c:pivotFmt>
        <c:idx val="3"/>
        <c:spPr>
          <a:solidFill>
            <a:srgbClr val="FFFF00"/>
          </a:solidFill>
        </c:spPr>
      </c:pivotFmt>
      <c:pivotFmt>
        <c:idx val="4"/>
        <c:marker>
          <c:symbol val="none"/>
        </c:marker>
      </c:pivotFmt>
      <c:pivotFmt>
        <c:idx val="5"/>
        <c:spPr>
          <a:solidFill>
            <a:srgbClr val="FFFF00"/>
          </a:solidFill>
        </c:spPr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'Monthly growth'!$B$3</c:f>
              <c:strCache>
                <c:ptCount val="1"/>
                <c:pt idx="0">
                  <c:v>Total</c:v>
                </c:pt>
              </c:strCache>
            </c:strRef>
          </c:tx>
          <c:invertIfNegative val="0"/>
          <c:dPt>
            <c:idx val="1"/>
            <c:invertIfNegative val="0"/>
            <c:bubble3D val="0"/>
            <c:spPr>
              <a:solidFill>
                <a:srgbClr val="FFFF00"/>
              </a:solidFill>
            </c:spPr>
            <c:extLst>
              <c:ext xmlns:c16="http://schemas.microsoft.com/office/drawing/2014/chart" uri="{C3380CC4-5D6E-409C-BE32-E72D297353CC}">
                <c16:uniqueId val="{00000001-1EFF-430A-8A95-1F1FF297FD19}"/>
              </c:ext>
            </c:extLst>
          </c:dPt>
          <c:cat>
            <c:strRef>
              <c:f>'Monthly growth'!$A$4:$A$6</c:f>
              <c:strCache>
                <c:ptCount val="2"/>
                <c:pt idx="0">
                  <c:v>January</c:v>
                </c:pt>
                <c:pt idx="1">
                  <c:v>February</c:v>
                </c:pt>
              </c:strCache>
            </c:strRef>
          </c:cat>
          <c:val>
            <c:numRef>
              <c:f>'Monthly growth'!$B$4:$B$6</c:f>
              <c:numCache>
                <c:formatCode>General</c:formatCode>
                <c:ptCount val="2"/>
                <c:pt idx="0">
                  <c:v>38189</c:v>
                </c:pt>
                <c:pt idx="1">
                  <c:v>20115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EFF-430A-8A95-1F1FF297FD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94991616"/>
        <c:axId val="194993152"/>
      </c:barChart>
      <c:catAx>
        <c:axId val="19499161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194993152"/>
        <c:crosses val="autoZero"/>
        <c:auto val="1"/>
        <c:lblAlgn val="ctr"/>
        <c:lblOffset val="100"/>
        <c:noMultiLvlLbl val="0"/>
      </c:catAx>
      <c:valAx>
        <c:axId val="19499315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94991616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[anoop marge dataset.xlsx]Casualregistered by hr!PivotTable5</c:name>
    <c:fmtId val="5"/>
  </c:pivotSource>
  <c:chart>
    <c:autoTitleDeleted val="0"/>
    <c:pivotFmts>
      <c:pivotFmt>
        <c:idx val="0"/>
        <c:spPr>
          <a:solidFill>
            <a:srgbClr val="FF0000"/>
          </a:solidFill>
        </c:spPr>
        <c:marker>
          <c:symbol val="none"/>
        </c:marker>
      </c:pivotFmt>
      <c:pivotFmt>
        <c:idx val="1"/>
        <c:spPr>
          <a:solidFill>
            <a:srgbClr val="0070C0"/>
          </a:solidFill>
        </c:spPr>
        <c:marker>
          <c:symbol val="none"/>
        </c:marker>
        <c:dLbl>
          <c:idx val="0"/>
          <c:spPr/>
          <c:txPr>
            <a:bodyPr/>
            <a:lstStyle/>
            <a:p>
              <a:pPr>
                <a:defRPr/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layout>
            <c:manualLayout>
              <c:x val="0"/>
              <c:y val="-0.3522012578616352"/>
            </c:manualLayout>
          </c:layout>
          <c:spPr>
            <a:solidFill>
              <a:schemeClr val="bg1"/>
            </a:solidFill>
          </c:spPr>
          <c:txPr>
            <a:bodyPr/>
            <a:lstStyle/>
            <a:p>
              <a:pPr>
                <a:defRPr/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layout>
            <c:manualLayout>
              <c:x val="0"/>
              <c:y val="-0.38993710691823902"/>
            </c:manualLayout>
          </c:layout>
          <c:spPr>
            <a:solidFill>
              <a:schemeClr val="bg1"/>
            </a:solidFill>
          </c:spPr>
          <c:txPr>
            <a:bodyPr/>
            <a:lstStyle/>
            <a:p>
              <a:pPr>
                <a:defRPr/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dLbl>
          <c:idx val="0"/>
          <c:layout>
            <c:manualLayout>
              <c:x val="0"/>
              <c:y val="-0.38574423480083858"/>
            </c:manualLayout>
          </c:layout>
          <c:spPr>
            <a:solidFill>
              <a:schemeClr val="bg1"/>
            </a:solidFill>
          </c:spPr>
          <c:txPr>
            <a:bodyPr/>
            <a:lstStyle/>
            <a:p>
              <a:pPr>
                <a:defRPr/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dLbl>
          <c:idx val="0"/>
          <c:layout>
            <c:manualLayout>
              <c:x val="-4.4969083754918494E-3"/>
              <c:y val="-0.16352201257861634"/>
            </c:manualLayout>
          </c:layout>
          <c:spPr>
            <a:solidFill>
              <a:schemeClr val="bg1"/>
            </a:solidFill>
          </c:spPr>
          <c:txPr>
            <a:bodyPr/>
            <a:lstStyle/>
            <a:p>
              <a:pPr>
                <a:defRPr/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rgbClr val="FF0000"/>
          </a:solidFill>
        </c:spPr>
        <c:marker>
          <c:symbol val="none"/>
        </c:marker>
      </c:pivotFmt>
      <c:pivotFmt>
        <c:idx val="7"/>
        <c:spPr>
          <a:solidFill>
            <a:srgbClr val="0070C0"/>
          </a:solidFill>
        </c:spPr>
        <c:marker>
          <c:symbol val="none"/>
        </c:marker>
        <c:dLbl>
          <c:idx val="0"/>
          <c:spPr/>
          <c:txPr>
            <a:bodyPr/>
            <a:lstStyle/>
            <a:p>
              <a:pPr>
                <a:defRPr/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dLbl>
          <c:idx val="0"/>
          <c:layout>
            <c:manualLayout>
              <c:x val="0"/>
              <c:y val="-0.3522012578616352"/>
            </c:manualLayout>
          </c:layout>
          <c:spPr>
            <a:solidFill>
              <a:schemeClr val="bg1"/>
            </a:solidFill>
          </c:spPr>
          <c:txPr>
            <a:bodyPr/>
            <a:lstStyle/>
            <a:p>
              <a:pPr>
                <a:defRPr/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dLbl>
          <c:idx val="0"/>
          <c:layout>
            <c:manualLayout>
              <c:x val="0"/>
              <c:y val="-0.38993710691823902"/>
            </c:manualLayout>
          </c:layout>
          <c:spPr>
            <a:solidFill>
              <a:schemeClr val="bg1"/>
            </a:solidFill>
          </c:spPr>
          <c:txPr>
            <a:bodyPr/>
            <a:lstStyle/>
            <a:p>
              <a:pPr>
                <a:defRPr/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dLbl>
          <c:idx val="0"/>
          <c:layout>
            <c:manualLayout>
              <c:x val="0"/>
              <c:y val="-0.38574423480083858"/>
            </c:manualLayout>
          </c:layout>
          <c:spPr>
            <a:solidFill>
              <a:schemeClr val="bg1"/>
            </a:solidFill>
          </c:spPr>
          <c:txPr>
            <a:bodyPr/>
            <a:lstStyle/>
            <a:p>
              <a:pPr>
                <a:defRPr/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dLbl>
          <c:idx val="0"/>
          <c:layout>
            <c:manualLayout>
              <c:x val="-4.4969083754918494E-3"/>
              <c:y val="-0.16352201257861634"/>
            </c:manualLayout>
          </c:layout>
          <c:spPr>
            <a:solidFill>
              <a:schemeClr val="bg1"/>
            </a:solidFill>
          </c:spPr>
          <c:txPr>
            <a:bodyPr/>
            <a:lstStyle/>
            <a:p>
              <a:pPr>
                <a:defRPr/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rgbClr val="FF0000"/>
          </a:solidFill>
        </c:spPr>
        <c:marker>
          <c:symbol val="none"/>
        </c:marker>
      </c:pivotFmt>
      <c:pivotFmt>
        <c:idx val="13"/>
        <c:spPr>
          <a:solidFill>
            <a:srgbClr val="0070C0"/>
          </a:solidFill>
        </c:spPr>
        <c:marker>
          <c:symbol val="none"/>
        </c:marker>
        <c:dLbl>
          <c:idx val="0"/>
          <c:spPr/>
          <c:txPr>
            <a:bodyPr/>
            <a:lstStyle/>
            <a:p>
              <a:pPr>
                <a:defRPr/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dLbl>
          <c:idx val="0"/>
          <c:layout>
            <c:manualLayout>
              <c:x val="0"/>
              <c:y val="-0.3522012578616352"/>
            </c:manualLayout>
          </c:layout>
          <c:spPr>
            <a:solidFill>
              <a:schemeClr val="bg1"/>
            </a:solidFill>
          </c:spPr>
          <c:txPr>
            <a:bodyPr/>
            <a:lstStyle/>
            <a:p>
              <a:pPr>
                <a:defRPr/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dLbl>
          <c:idx val="0"/>
          <c:layout>
            <c:manualLayout>
              <c:x val="0"/>
              <c:y val="-0.38993710691823902"/>
            </c:manualLayout>
          </c:layout>
          <c:spPr>
            <a:solidFill>
              <a:schemeClr val="bg1"/>
            </a:solidFill>
          </c:spPr>
          <c:txPr>
            <a:bodyPr/>
            <a:lstStyle/>
            <a:p>
              <a:pPr>
                <a:defRPr/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dLbl>
          <c:idx val="0"/>
          <c:layout>
            <c:manualLayout>
              <c:x val="0"/>
              <c:y val="-0.38574423480083858"/>
            </c:manualLayout>
          </c:layout>
          <c:spPr>
            <a:solidFill>
              <a:schemeClr val="bg1"/>
            </a:solidFill>
          </c:spPr>
          <c:txPr>
            <a:bodyPr/>
            <a:lstStyle/>
            <a:p>
              <a:pPr>
                <a:defRPr/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dLbl>
          <c:idx val="0"/>
          <c:layout>
            <c:manualLayout>
              <c:x val="-4.4969083754918494E-3"/>
              <c:y val="-0.16352201257861634"/>
            </c:manualLayout>
          </c:layout>
          <c:spPr>
            <a:solidFill>
              <a:schemeClr val="bg1"/>
            </a:solidFill>
          </c:spPr>
          <c:txPr>
            <a:bodyPr/>
            <a:lstStyle/>
            <a:p>
              <a:pPr>
                <a:defRPr/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'Casualregistered by hr'!$B$3</c:f>
              <c:strCache>
                <c:ptCount val="1"/>
                <c:pt idx="0">
                  <c:v> casual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cat>
            <c:strRef>
              <c:f>'Casualregistered by hr'!$A$4:$A$8</c:f>
              <c:strCache>
                <c:ptCount val="4"/>
                <c:pt idx="0">
                  <c:v>Afternoon</c:v>
                </c:pt>
                <c:pt idx="1">
                  <c:v>Evening</c:v>
                </c:pt>
                <c:pt idx="2">
                  <c:v>Morning</c:v>
                </c:pt>
                <c:pt idx="3">
                  <c:v>Night</c:v>
                </c:pt>
              </c:strCache>
            </c:strRef>
          </c:cat>
          <c:val>
            <c:numRef>
              <c:f>'Casualregistered by hr'!$B$4:$B$8</c:f>
              <c:numCache>
                <c:formatCode>General</c:formatCode>
                <c:ptCount val="4"/>
                <c:pt idx="0">
                  <c:v>2490</c:v>
                </c:pt>
                <c:pt idx="1">
                  <c:v>944</c:v>
                </c:pt>
                <c:pt idx="2">
                  <c:v>967</c:v>
                </c:pt>
                <c:pt idx="3">
                  <c:v>520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AD5-41AD-874D-1EA20F22AD28}"/>
            </c:ext>
          </c:extLst>
        </c:ser>
        <c:ser>
          <c:idx val="1"/>
          <c:order val="1"/>
          <c:tx>
            <c:strRef>
              <c:f>'Casualregistered by hr'!$C$3</c:f>
              <c:strCache>
                <c:ptCount val="1"/>
                <c:pt idx="0">
                  <c:v> Registered</c:v>
                </c:pt>
              </c:strCache>
            </c:strRef>
          </c:tx>
          <c:spPr>
            <a:solidFill>
              <a:srgbClr val="0070C0"/>
            </a:solidFill>
          </c:spPr>
          <c:invertIfNegative val="0"/>
          <c:dLbls>
            <c:dLbl>
              <c:idx val="0"/>
              <c:layout>
                <c:manualLayout>
                  <c:x val="0"/>
                  <c:y val="-0.3522012578616352"/>
                </c:manualLayout>
              </c:layout>
              <c:spPr>
                <a:solidFill>
                  <a:schemeClr val="bg1"/>
                </a:solidFill>
              </c:spPr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AD5-41AD-874D-1EA20F22AD28}"/>
                </c:ext>
              </c:extLst>
            </c:dLbl>
            <c:dLbl>
              <c:idx val="1"/>
              <c:layout>
                <c:manualLayout>
                  <c:x val="0"/>
                  <c:y val="-0.38993710691823902"/>
                </c:manualLayout>
              </c:layout>
              <c:spPr>
                <a:solidFill>
                  <a:schemeClr val="bg1"/>
                </a:solidFill>
              </c:spPr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2AD5-41AD-874D-1EA20F22AD28}"/>
                </c:ext>
              </c:extLst>
            </c:dLbl>
            <c:dLbl>
              <c:idx val="2"/>
              <c:layout>
                <c:manualLayout>
                  <c:x val="0"/>
                  <c:y val="-0.38574423480083858"/>
                </c:manualLayout>
              </c:layout>
              <c:spPr>
                <a:solidFill>
                  <a:schemeClr val="bg1"/>
                </a:solidFill>
              </c:spPr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AD5-41AD-874D-1EA20F22AD28}"/>
                </c:ext>
              </c:extLst>
            </c:dLbl>
            <c:dLbl>
              <c:idx val="3"/>
              <c:layout>
                <c:manualLayout>
                  <c:x val="-4.4969083754918494E-3"/>
                  <c:y val="-0.16352201257861634"/>
                </c:manualLayout>
              </c:layout>
              <c:spPr>
                <a:solidFill>
                  <a:schemeClr val="bg1"/>
                </a:solidFill>
              </c:spPr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2AD5-41AD-874D-1EA20F22AD2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'Casualregistered by hr'!$A$4:$A$8</c:f>
              <c:strCache>
                <c:ptCount val="4"/>
                <c:pt idx="0">
                  <c:v>Afternoon</c:v>
                </c:pt>
                <c:pt idx="1">
                  <c:v>Evening</c:v>
                </c:pt>
                <c:pt idx="2">
                  <c:v>Morning</c:v>
                </c:pt>
                <c:pt idx="3">
                  <c:v>Night</c:v>
                </c:pt>
              </c:strCache>
            </c:strRef>
          </c:cat>
          <c:val>
            <c:numRef>
              <c:f>'Casualregistered by hr'!$C$4:$C$8</c:f>
              <c:numCache>
                <c:formatCode>General</c:formatCode>
                <c:ptCount val="4"/>
                <c:pt idx="0">
                  <c:v>14649</c:v>
                </c:pt>
                <c:pt idx="1">
                  <c:v>16825</c:v>
                </c:pt>
                <c:pt idx="2">
                  <c:v>16001</c:v>
                </c:pt>
                <c:pt idx="3">
                  <c:v>5908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2AD5-41AD-874D-1EA20F22AD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95075456"/>
        <c:axId val="195081344"/>
      </c:barChart>
      <c:catAx>
        <c:axId val="19507545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195081344"/>
        <c:crosses val="autoZero"/>
        <c:auto val="1"/>
        <c:lblAlgn val="ctr"/>
        <c:lblOffset val="100"/>
        <c:noMultiLvlLbl val="0"/>
      </c:catAx>
      <c:valAx>
        <c:axId val="195081344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95075456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1322314275932897"/>
          <c:y val="0.32230707010680265"/>
          <c:w val="0.27357508641942524"/>
          <c:h val="0.17089948662077617"/>
        </c:manualLayout>
      </c:layout>
      <c:overlay val="1"/>
      <c:txPr>
        <a:bodyPr/>
        <a:lstStyle/>
        <a:p>
          <a:pPr>
            <a:defRPr sz="1500" b="1"/>
          </a:pPr>
          <a:endParaRPr lang="en-US"/>
        </a:p>
      </c:txPr>
    </c:legend>
    <c:plotVisOnly val="1"/>
    <c:dispBlanksAs val="gap"/>
    <c:showDLblsOverMax val="0"/>
  </c:chart>
  <c:spPr>
    <a:ln>
      <a:gradFill>
        <a:gsLst>
          <a:gs pos="0">
            <a:srgbClr val="000082"/>
          </a:gs>
          <a:gs pos="13000">
            <a:srgbClr val="0047FF"/>
          </a:gs>
          <a:gs pos="28000">
            <a:srgbClr val="000082"/>
          </a:gs>
          <a:gs pos="42999">
            <a:srgbClr val="0047FF"/>
          </a:gs>
          <a:gs pos="58000">
            <a:srgbClr val="000082"/>
          </a:gs>
          <a:gs pos="72000">
            <a:srgbClr val="0047FF"/>
          </a:gs>
          <a:gs pos="87000">
            <a:srgbClr val="000082"/>
          </a:gs>
          <a:gs pos="100000">
            <a:srgbClr val="0047FF"/>
          </a:gs>
        </a:gsLst>
        <a:lin ang="5400000" scaled="0"/>
      </a:gradFill>
    </a:ln>
  </c:sp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sz="1800" b="1" i="0" u="none" strike="noStrike" baseline="0"/>
              <a:t>"</a:t>
            </a:r>
            <a:r>
              <a:rPr lang="en-US" sz="1800" b="1" i="0" u="none" strike="noStrike" baseline="0">
                <a:solidFill>
                  <a:srgbClr val="FF0000"/>
                </a:solidFill>
              </a:rPr>
              <a:t>Temperature</a:t>
            </a:r>
            <a:endParaRPr lang="en-US">
              <a:solidFill>
                <a:srgbClr val="FF0000"/>
              </a:solidFill>
            </a:endParaRP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dataset_1!$P$1</c:f>
              <c:strCache>
                <c:ptCount val="1"/>
                <c:pt idx="0">
                  <c:v>cnt</c:v>
                </c:pt>
              </c:strCache>
            </c:strRef>
          </c:tx>
          <c:spPr>
            <a:ln w="19050">
              <a:noFill/>
            </a:ln>
          </c:spPr>
          <c:marker>
            <c:spPr>
              <a:solidFill>
                <a:srgbClr val="00B050"/>
              </a:solidFill>
            </c:spPr>
          </c:marker>
          <c:trendline>
            <c:spPr>
              <a:ln>
                <a:solidFill>
                  <a:srgbClr val="FF0000"/>
                </a:solidFill>
              </a:ln>
            </c:spPr>
            <c:trendlineType val="linear"/>
            <c:dispRSqr val="1"/>
            <c:dispEq val="1"/>
            <c:trendlineLbl>
              <c:numFmt formatCode="General" sourceLinked="0"/>
              <c:txPr>
                <a:bodyPr/>
                <a:lstStyle/>
                <a:p>
                  <a:pPr>
                    <a:defRPr sz="1300" b="1"/>
                  </a:pPr>
                  <a:endParaRPr lang="en-US"/>
                </a:p>
              </c:txPr>
            </c:trendlineLbl>
          </c:trendline>
          <c:xVal>
            <c:numRef>
              <c:f>dataset_1!$J$2:$J$1001</c:f>
              <c:numCache>
                <c:formatCode>General</c:formatCode>
                <c:ptCount val="1000"/>
                <c:pt idx="0">
                  <c:v>0.24</c:v>
                </c:pt>
                <c:pt idx="1">
                  <c:v>0.22</c:v>
                </c:pt>
                <c:pt idx="2">
                  <c:v>0.22</c:v>
                </c:pt>
                <c:pt idx="3">
                  <c:v>0.24</c:v>
                </c:pt>
                <c:pt idx="4">
                  <c:v>0.24</c:v>
                </c:pt>
                <c:pt idx="5">
                  <c:v>0.24</c:v>
                </c:pt>
                <c:pt idx="6">
                  <c:v>0.22</c:v>
                </c:pt>
                <c:pt idx="7">
                  <c:v>0.2</c:v>
                </c:pt>
                <c:pt idx="8">
                  <c:v>0.24</c:v>
                </c:pt>
                <c:pt idx="9">
                  <c:v>0.32</c:v>
                </c:pt>
                <c:pt idx="10">
                  <c:v>0.38</c:v>
                </c:pt>
                <c:pt idx="11">
                  <c:v>0.36</c:v>
                </c:pt>
                <c:pt idx="12">
                  <c:v>0.42</c:v>
                </c:pt>
                <c:pt idx="13">
                  <c:v>0.46</c:v>
                </c:pt>
                <c:pt idx="14">
                  <c:v>0.46</c:v>
                </c:pt>
                <c:pt idx="15">
                  <c:v>0.44</c:v>
                </c:pt>
                <c:pt idx="16">
                  <c:v>0.42</c:v>
                </c:pt>
                <c:pt idx="17">
                  <c:v>0.44</c:v>
                </c:pt>
                <c:pt idx="18">
                  <c:v>0.42</c:v>
                </c:pt>
                <c:pt idx="19">
                  <c:v>0.42</c:v>
                </c:pt>
                <c:pt idx="20">
                  <c:v>0.4</c:v>
                </c:pt>
                <c:pt idx="21">
                  <c:v>0.4</c:v>
                </c:pt>
                <c:pt idx="22">
                  <c:v>0.4</c:v>
                </c:pt>
                <c:pt idx="23">
                  <c:v>0.46</c:v>
                </c:pt>
                <c:pt idx="24">
                  <c:v>0.46</c:v>
                </c:pt>
                <c:pt idx="25">
                  <c:v>0.44</c:v>
                </c:pt>
                <c:pt idx="26">
                  <c:v>0.42</c:v>
                </c:pt>
                <c:pt idx="27">
                  <c:v>0.46</c:v>
                </c:pt>
                <c:pt idx="28">
                  <c:v>0.46</c:v>
                </c:pt>
                <c:pt idx="29">
                  <c:v>0.42</c:v>
                </c:pt>
                <c:pt idx="30">
                  <c:v>0.4</c:v>
                </c:pt>
                <c:pt idx="31">
                  <c:v>0.4</c:v>
                </c:pt>
                <c:pt idx="32">
                  <c:v>0.38</c:v>
                </c:pt>
                <c:pt idx="33">
                  <c:v>0.36</c:v>
                </c:pt>
                <c:pt idx="34">
                  <c:v>0.36</c:v>
                </c:pt>
                <c:pt idx="35">
                  <c:v>0.36</c:v>
                </c:pt>
                <c:pt idx="36">
                  <c:v>0.36</c:v>
                </c:pt>
                <c:pt idx="37">
                  <c:v>0.36</c:v>
                </c:pt>
                <c:pt idx="38">
                  <c:v>0.34</c:v>
                </c:pt>
                <c:pt idx="39">
                  <c:v>0.34</c:v>
                </c:pt>
                <c:pt idx="40">
                  <c:v>0.34</c:v>
                </c:pt>
                <c:pt idx="41">
                  <c:v>0.36</c:v>
                </c:pt>
                <c:pt idx="42">
                  <c:v>0.32</c:v>
                </c:pt>
                <c:pt idx="43">
                  <c:v>0.3</c:v>
                </c:pt>
                <c:pt idx="44">
                  <c:v>0.26</c:v>
                </c:pt>
                <c:pt idx="45">
                  <c:v>0.24</c:v>
                </c:pt>
                <c:pt idx="46">
                  <c:v>0.22</c:v>
                </c:pt>
                <c:pt idx="47">
                  <c:v>0.22</c:v>
                </c:pt>
                <c:pt idx="48">
                  <c:v>0.2</c:v>
                </c:pt>
                <c:pt idx="49">
                  <c:v>0.16</c:v>
                </c:pt>
                <c:pt idx="50">
                  <c:v>0.16</c:v>
                </c:pt>
                <c:pt idx="51">
                  <c:v>0.14000000000000001</c:v>
                </c:pt>
                <c:pt idx="52">
                  <c:v>0.14000000000000001</c:v>
                </c:pt>
                <c:pt idx="53">
                  <c:v>0.14000000000000001</c:v>
                </c:pt>
                <c:pt idx="54">
                  <c:v>0.16</c:v>
                </c:pt>
                <c:pt idx="55">
                  <c:v>0.18</c:v>
                </c:pt>
                <c:pt idx="56">
                  <c:v>0.2</c:v>
                </c:pt>
                <c:pt idx="57">
                  <c:v>0.22</c:v>
                </c:pt>
                <c:pt idx="58">
                  <c:v>0.24</c:v>
                </c:pt>
                <c:pt idx="59">
                  <c:v>0.26</c:v>
                </c:pt>
                <c:pt idx="60">
                  <c:v>0.26</c:v>
                </c:pt>
                <c:pt idx="61">
                  <c:v>0.26</c:v>
                </c:pt>
                <c:pt idx="62">
                  <c:v>0.24</c:v>
                </c:pt>
                <c:pt idx="63">
                  <c:v>0.24</c:v>
                </c:pt>
                <c:pt idx="64">
                  <c:v>0.2</c:v>
                </c:pt>
                <c:pt idx="65">
                  <c:v>0.2</c:v>
                </c:pt>
                <c:pt idx="66">
                  <c:v>0.18</c:v>
                </c:pt>
                <c:pt idx="67">
                  <c:v>0.14000000000000001</c:v>
                </c:pt>
                <c:pt idx="68">
                  <c:v>0.18</c:v>
                </c:pt>
                <c:pt idx="69">
                  <c:v>0.16</c:v>
                </c:pt>
                <c:pt idx="70">
                  <c:v>0.16</c:v>
                </c:pt>
                <c:pt idx="71">
                  <c:v>0.14000000000000001</c:v>
                </c:pt>
                <c:pt idx="72">
                  <c:v>0.14000000000000001</c:v>
                </c:pt>
                <c:pt idx="73">
                  <c:v>0.12</c:v>
                </c:pt>
                <c:pt idx="74">
                  <c:v>0.12</c:v>
                </c:pt>
                <c:pt idx="75">
                  <c:v>0.12</c:v>
                </c:pt>
                <c:pt idx="76">
                  <c:v>0.14000000000000001</c:v>
                </c:pt>
                <c:pt idx="77">
                  <c:v>0.16</c:v>
                </c:pt>
                <c:pt idx="78">
                  <c:v>0.16</c:v>
                </c:pt>
                <c:pt idx="79">
                  <c:v>0.22</c:v>
                </c:pt>
                <c:pt idx="80">
                  <c:v>0.22</c:v>
                </c:pt>
                <c:pt idx="81">
                  <c:v>0.24</c:v>
                </c:pt>
                <c:pt idx="82">
                  <c:v>0.26</c:v>
                </c:pt>
                <c:pt idx="83">
                  <c:v>0.28000000000000003</c:v>
                </c:pt>
                <c:pt idx="84">
                  <c:v>0.3</c:v>
                </c:pt>
                <c:pt idx="85">
                  <c:v>0.28000000000000003</c:v>
                </c:pt>
                <c:pt idx="86">
                  <c:v>0.26</c:v>
                </c:pt>
                <c:pt idx="87">
                  <c:v>0.24</c:v>
                </c:pt>
                <c:pt idx="88">
                  <c:v>0.24</c:v>
                </c:pt>
                <c:pt idx="89">
                  <c:v>0.22</c:v>
                </c:pt>
                <c:pt idx="90">
                  <c:v>0.22</c:v>
                </c:pt>
                <c:pt idx="91">
                  <c:v>0.2</c:v>
                </c:pt>
                <c:pt idx="92">
                  <c:v>0.2</c:v>
                </c:pt>
                <c:pt idx="93">
                  <c:v>0.16</c:v>
                </c:pt>
                <c:pt idx="94">
                  <c:v>0.16</c:v>
                </c:pt>
                <c:pt idx="95">
                  <c:v>0.24</c:v>
                </c:pt>
                <c:pt idx="96">
                  <c:v>0.22</c:v>
                </c:pt>
                <c:pt idx="97">
                  <c:v>0.2</c:v>
                </c:pt>
                <c:pt idx="98">
                  <c:v>0.18</c:v>
                </c:pt>
                <c:pt idx="99">
                  <c:v>0.2</c:v>
                </c:pt>
                <c:pt idx="100">
                  <c:v>0.22</c:v>
                </c:pt>
                <c:pt idx="101">
                  <c:v>0.22</c:v>
                </c:pt>
                <c:pt idx="102">
                  <c:v>0.26</c:v>
                </c:pt>
                <c:pt idx="103">
                  <c:v>0.26</c:v>
                </c:pt>
                <c:pt idx="104">
                  <c:v>0.28000000000000003</c:v>
                </c:pt>
                <c:pt idx="105">
                  <c:v>0.3</c:v>
                </c:pt>
                <c:pt idx="106">
                  <c:v>0.3</c:v>
                </c:pt>
                <c:pt idx="107">
                  <c:v>0.3</c:v>
                </c:pt>
                <c:pt idx="108">
                  <c:v>0.24</c:v>
                </c:pt>
                <c:pt idx="109">
                  <c:v>0.24</c:v>
                </c:pt>
                <c:pt idx="110">
                  <c:v>0.24</c:v>
                </c:pt>
                <c:pt idx="111">
                  <c:v>0.22</c:v>
                </c:pt>
                <c:pt idx="112">
                  <c:v>0.2</c:v>
                </c:pt>
                <c:pt idx="113">
                  <c:v>0.18</c:v>
                </c:pt>
                <c:pt idx="114">
                  <c:v>0.2</c:v>
                </c:pt>
                <c:pt idx="115">
                  <c:v>0.18</c:v>
                </c:pt>
                <c:pt idx="116">
                  <c:v>0.16</c:v>
                </c:pt>
                <c:pt idx="117">
                  <c:v>0.16</c:v>
                </c:pt>
                <c:pt idx="118">
                  <c:v>0.16</c:v>
                </c:pt>
                <c:pt idx="119">
                  <c:v>0.14000000000000001</c:v>
                </c:pt>
                <c:pt idx="120">
                  <c:v>0.14000000000000001</c:v>
                </c:pt>
                <c:pt idx="121">
                  <c:v>0.16</c:v>
                </c:pt>
                <c:pt idx="122">
                  <c:v>0.16</c:v>
                </c:pt>
                <c:pt idx="123">
                  <c:v>0.18</c:v>
                </c:pt>
                <c:pt idx="124">
                  <c:v>0.2</c:v>
                </c:pt>
                <c:pt idx="125">
                  <c:v>0.22</c:v>
                </c:pt>
                <c:pt idx="126">
                  <c:v>0.26</c:v>
                </c:pt>
                <c:pt idx="127">
                  <c:v>0.26</c:v>
                </c:pt>
                <c:pt idx="128">
                  <c:v>0.28000000000000003</c:v>
                </c:pt>
                <c:pt idx="129">
                  <c:v>0.28000000000000003</c:v>
                </c:pt>
                <c:pt idx="130">
                  <c:v>0.26</c:v>
                </c:pt>
                <c:pt idx="131">
                  <c:v>0.22</c:v>
                </c:pt>
                <c:pt idx="132">
                  <c:v>0.22</c:v>
                </c:pt>
                <c:pt idx="133">
                  <c:v>0.22</c:v>
                </c:pt>
                <c:pt idx="134">
                  <c:v>0.2</c:v>
                </c:pt>
                <c:pt idx="135">
                  <c:v>0.22</c:v>
                </c:pt>
                <c:pt idx="136">
                  <c:v>0.22</c:v>
                </c:pt>
                <c:pt idx="137">
                  <c:v>0.2</c:v>
                </c:pt>
                <c:pt idx="138">
                  <c:v>0.2</c:v>
                </c:pt>
                <c:pt idx="139">
                  <c:v>0.2</c:v>
                </c:pt>
                <c:pt idx="140">
                  <c:v>0.2</c:v>
                </c:pt>
                <c:pt idx="141">
                  <c:v>0.2</c:v>
                </c:pt>
                <c:pt idx="142">
                  <c:v>0.22</c:v>
                </c:pt>
                <c:pt idx="143">
                  <c:v>0.2</c:v>
                </c:pt>
                <c:pt idx="144">
                  <c:v>0.2</c:v>
                </c:pt>
                <c:pt idx="145">
                  <c:v>0.2</c:v>
                </c:pt>
                <c:pt idx="146">
                  <c:v>0.2</c:v>
                </c:pt>
                <c:pt idx="147">
                  <c:v>0.22</c:v>
                </c:pt>
                <c:pt idx="148">
                  <c:v>0.2</c:v>
                </c:pt>
                <c:pt idx="149">
                  <c:v>0.2</c:v>
                </c:pt>
                <c:pt idx="150">
                  <c:v>0.2</c:v>
                </c:pt>
                <c:pt idx="151">
                  <c:v>0.2</c:v>
                </c:pt>
                <c:pt idx="152">
                  <c:v>0.2</c:v>
                </c:pt>
                <c:pt idx="153">
                  <c:v>0.2</c:v>
                </c:pt>
                <c:pt idx="154">
                  <c:v>0.2</c:v>
                </c:pt>
                <c:pt idx="155">
                  <c:v>0.2</c:v>
                </c:pt>
                <c:pt idx="156">
                  <c:v>0.16</c:v>
                </c:pt>
                <c:pt idx="157">
                  <c:v>0.18</c:v>
                </c:pt>
                <c:pt idx="158">
                  <c:v>0.18</c:v>
                </c:pt>
                <c:pt idx="159">
                  <c:v>0.18</c:v>
                </c:pt>
                <c:pt idx="160">
                  <c:v>0.18</c:v>
                </c:pt>
                <c:pt idx="161">
                  <c:v>0.18</c:v>
                </c:pt>
                <c:pt idx="162">
                  <c:v>0.18</c:v>
                </c:pt>
                <c:pt idx="163">
                  <c:v>0.18</c:v>
                </c:pt>
                <c:pt idx="164">
                  <c:v>0.18</c:v>
                </c:pt>
                <c:pt idx="165">
                  <c:v>0.18</c:v>
                </c:pt>
                <c:pt idx="166">
                  <c:v>0.16</c:v>
                </c:pt>
                <c:pt idx="167">
                  <c:v>0.16</c:v>
                </c:pt>
                <c:pt idx="168">
                  <c:v>0.16</c:v>
                </c:pt>
                <c:pt idx="169">
                  <c:v>0.16</c:v>
                </c:pt>
                <c:pt idx="170">
                  <c:v>0.16</c:v>
                </c:pt>
                <c:pt idx="171">
                  <c:v>0.18</c:v>
                </c:pt>
                <c:pt idx="172">
                  <c:v>0.2</c:v>
                </c:pt>
                <c:pt idx="173">
                  <c:v>0.2</c:v>
                </c:pt>
                <c:pt idx="174">
                  <c:v>0.2</c:v>
                </c:pt>
                <c:pt idx="175">
                  <c:v>0.2</c:v>
                </c:pt>
                <c:pt idx="176">
                  <c:v>0.2</c:v>
                </c:pt>
                <c:pt idx="177">
                  <c:v>0.18</c:v>
                </c:pt>
                <c:pt idx="178">
                  <c:v>0.16</c:v>
                </c:pt>
                <c:pt idx="179">
                  <c:v>0.14000000000000001</c:v>
                </c:pt>
                <c:pt idx="180">
                  <c:v>0.14000000000000001</c:v>
                </c:pt>
                <c:pt idx="181">
                  <c:v>0.12</c:v>
                </c:pt>
                <c:pt idx="182">
                  <c:v>0.12</c:v>
                </c:pt>
                <c:pt idx="183">
                  <c:v>0.12</c:v>
                </c:pt>
                <c:pt idx="184">
                  <c:v>0.1</c:v>
                </c:pt>
                <c:pt idx="185">
                  <c:v>0.1</c:v>
                </c:pt>
                <c:pt idx="186">
                  <c:v>0.1</c:v>
                </c:pt>
                <c:pt idx="187">
                  <c:v>0.1</c:v>
                </c:pt>
                <c:pt idx="188">
                  <c:v>0.1</c:v>
                </c:pt>
                <c:pt idx="189">
                  <c:v>0.08</c:v>
                </c:pt>
                <c:pt idx="190">
                  <c:v>0.08</c:v>
                </c:pt>
                <c:pt idx="191">
                  <c:v>0.1</c:v>
                </c:pt>
                <c:pt idx="192">
                  <c:v>0.08</c:v>
                </c:pt>
                <c:pt idx="193">
                  <c:v>0.1</c:v>
                </c:pt>
                <c:pt idx="194">
                  <c:v>0.12</c:v>
                </c:pt>
                <c:pt idx="195">
                  <c:v>0.14000000000000001</c:v>
                </c:pt>
                <c:pt idx="196">
                  <c:v>0.16</c:v>
                </c:pt>
                <c:pt idx="197">
                  <c:v>0.18</c:v>
                </c:pt>
                <c:pt idx="198">
                  <c:v>0.2</c:v>
                </c:pt>
                <c:pt idx="199">
                  <c:v>0.22</c:v>
                </c:pt>
                <c:pt idx="200">
                  <c:v>0.22</c:v>
                </c:pt>
                <c:pt idx="201">
                  <c:v>0.2</c:v>
                </c:pt>
                <c:pt idx="202">
                  <c:v>0.18</c:v>
                </c:pt>
                <c:pt idx="203">
                  <c:v>0.16</c:v>
                </c:pt>
                <c:pt idx="204">
                  <c:v>0.16</c:v>
                </c:pt>
                <c:pt idx="205">
                  <c:v>0.14000000000000001</c:v>
                </c:pt>
                <c:pt idx="206">
                  <c:v>0.14000000000000001</c:v>
                </c:pt>
                <c:pt idx="207">
                  <c:v>0.14000000000000001</c:v>
                </c:pt>
                <c:pt idx="208">
                  <c:v>0.12</c:v>
                </c:pt>
                <c:pt idx="209">
                  <c:v>0.12</c:v>
                </c:pt>
                <c:pt idx="210">
                  <c:v>0.12</c:v>
                </c:pt>
                <c:pt idx="211">
                  <c:v>0.12</c:v>
                </c:pt>
                <c:pt idx="212">
                  <c:v>0.12</c:v>
                </c:pt>
                <c:pt idx="213">
                  <c:v>0.1</c:v>
                </c:pt>
                <c:pt idx="214">
                  <c:v>0.1</c:v>
                </c:pt>
                <c:pt idx="215">
                  <c:v>0.12</c:v>
                </c:pt>
                <c:pt idx="216">
                  <c:v>0.12</c:v>
                </c:pt>
                <c:pt idx="217">
                  <c:v>0.12</c:v>
                </c:pt>
                <c:pt idx="218">
                  <c:v>0.14000000000000001</c:v>
                </c:pt>
                <c:pt idx="219">
                  <c:v>0.14000000000000001</c:v>
                </c:pt>
                <c:pt idx="220">
                  <c:v>0.16</c:v>
                </c:pt>
                <c:pt idx="221">
                  <c:v>0.2</c:v>
                </c:pt>
                <c:pt idx="222">
                  <c:v>0.2</c:v>
                </c:pt>
                <c:pt idx="223">
                  <c:v>0.2</c:v>
                </c:pt>
                <c:pt idx="224">
                  <c:v>0.2</c:v>
                </c:pt>
                <c:pt idx="225">
                  <c:v>0.2</c:v>
                </c:pt>
                <c:pt idx="226">
                  <c:v>0.2</c:v>
                </c:pt>
                <c:pt idx="227">
                  <c:v>0.2</c:v>
                </c:pt>
                <c:pt idx="228">
                  <c:v>0.16</c:v>
                </c:pt>
                <c:pt idx="229">
                  <c:v>0.16</c:v>
                </c:pt>
                <c:pt idx="230">
                  <c:v>0.14000000000000001</c:v>
                </c:pt>
                <c:pt idx="231">
                  <c:v>0.14000000000000001</c:v>
                </c:pt>
                <c:pt idx="232">
                  <c:v>0.14000000000000001</c:v>
                </c:pt>
                <c:pt idx="233">
                  <c:v>0.14000000000000001</c:v>
                </c:pt>
                <c:pt idx="234">
                  <c:v>0.14000000000000001</c:v>
                </c:pt>
                <c:pt idx="235">
                  <c:v>0.16</c:v>
                </c:pt>
                <c:pt idx="236">
                  <c:v>0.16</c:v>
                </c:pt>
                <c:pt idx="237">
                  <c:v>0.16</c:v>
                </c:pt>
                <c:pt idx="238">
                  <c:v>0.16</c:v>
                </c:pt>
                <c:pt idx="239">
                  <c:v>0.18</c:v>
                </c:pt>
                <c:pt idx="240">
                  <c:v>0.18</c:v>
                </c:pt>
                <c:pt idx="241">
                  <c:v>0.2</c:v>
                </c:pt>
                <c:pt idx="242">
                  <c:v>0.2</c:v>
                </c:pt>
                <c:pt idx="243">
                  <c:v>0.2</c:v>
                </c:pt>
                <c:pt idx="244">
                  <c:v>0.2</c:v>
                </c:pt>
                <c:pt idx="245">
                  <c:v>0.2</c:v>
                </c:pt>
                <c:pt idx="246">
                  <c:v>0.16</c:v>
                </c:pt>
                <c:pt idx="247">
                  <c:v>0.16</c:v>
                </c:pt>
                <c:pt idx="248">
                  <c:v>0.16</c:v>
                </c:pt>
                <c:pt idx="249">
                  <c:v>0.16</c:v>
                </c:pt>
                <c:pt idx="250">
                  <c:v>0.16</c:v>
                </c:pt>
                <c:pt idx="251">
                  <c:v>0.16</c:v>
                </c:pt>
                <c:pt idx="252">
                  <c:v>0.16</c:v>
                </c:pt>
                <c:pt idx="253">
                  <c:v>0.16</c:v>
                </c:pt>
                <c:pt idx="254">
                  <c:v>0.16</c:v>
                </c:pt>
                <c:pt idx="255">
                  <c:v>0.16</c:v>
                </c:pt>
                <c:pt idx="256">
                  <c:v>0.16</c:v>
                </c:pt>
                <c:pt idx="257">
                  <c:v>0.14000000000000001</c:v>
                </c:pt>
                <c:pt idx="258">
                  <c:v>0.14000000000000001</c:v>
                </c:pt>
                <c:pt idx="259">
                  <c:v>0.12</c:v>
                </c:pt>
                <c:pt idx="260">
                  <c:v>0.14000000000000001</c:v>
                </c:pt>
                <c:pt idx="261">
                  <c:v>0.16</c:v>
                </c:pt>
                <c:pt idx="262">
                  <c:v>0.16</c:v>
                </c:pt>
                <c:pt idx="263">
                  <c:v>0.18</c:v>
                </c:pt>
                <c:pt idx="264">
                  <c:v>0.2</c:v>
                </c:pt>
                <c:pt idx="265">
                  <c:v>0.2</c:v>
                </c:pt>
                <c:pt idx="266">
                  <c:v>0.22</c:v>
                </c:pt>
                <c:pt idx="267">
                  <c:v>0.2</c:v>
                </c:pt>
                <c:pt idx="268">
                  <c:v>0.2</c:v>
                </c:pt>
                <c:pt idx="269">
                  <c:v>0.22</c:v>
                </c:pt>
                <c:pt idx="270">
                  <c:v>0.2</c:v>
                </c:pt>
                <c:pt idx="271">
                  <c:v>0.2</c:v>
                </c:pt>
                <c:pt idx="272">
                  <c:v>0.18</c:v>
                </c:pt>
                <c:pt idx="273">
                  <c:v>0.16</c:v>
                </c:pt>
                <c:pt idx="274">
                  <c:v>0.16</c:v>
                </c:pt>
                <c:pt idx="275">
                  <c:v>0.16</c:v>
                </c:pt>
                <c:pt idx="276">
                  <c:v>0.14000000000000001</c:v>
                </c:pt>
                <c:pt idx="277">
                  <c:v>0.14000000000000001</c:v>
                </c:pt>
                <c:pt idx="278">
                  <c:v>0.14000000000000001</c:v>
                </c:pt>
                <c:pt idx="279">
                  <c:v>0.14000000000000001</c:v>
                </c:pt>
                <c:pt idx="280">
                  <c:v>0.14000000000000001</c:v>
                </c:pt>
                <c:pt idx="281">
                  <c:v>0.14000000000000001</c:v>
                </c:pt>
                <c:pt idx="282">
                  <c:v>0.14000000000000001</c:v>
                </c:pt>
                <c:pt idx="283">
                  <c:v>0.12</c:v>
                </c:pt>
                <c:pt idx="284">
                  <c:v>0.12</c:v>
                </c:pt>
                <c:pt idx="285">
                  <c:v>0.14000000000000001</c:v>
                </c:pt>
                <c:pt idx="286">
                  <c:v>0.14000000000000001</c:v>
                </c:pt>
                <c:pt idx="287">
                  <c:v>0.16</c:v>
                </c:pt>
                <c:pt idx="288">
                  <c:v>0.2</c:v>
                </c:pt>
                <c:pt idx="289">
                  <c:v>0.2</c:v>
                </c:pt>
                <c:pt idx="290">
                  <c:v>0.22</c:v>
                </c:pt>
                <c:pt idx="291">
                  <c:v>0.22</c:v>
                </c:pt>
                <c:pt idx="292">
                  <c:v>0.24</c:v>
                </c:pt>
                <c:pt idx="293">
                  <c:v>0.24</c:v>
                </c:pt>
                <c:pt idx="294">
                  <c:v>0.2</c:v>
                </c:pt>
                <c:pt idx="295">
                  <c:v>0.2</c:v>
                </c:pt>
                <c:pt idx="296">
                  <c:v>0.16</c:v>
                </c:pt>
                <c:pt idx="297">
                  <c:v>0.16</c:v>
                </c:pt>
                <c:pt idx="298">
                  <c:v>0.14000000000000001</c:v>
                </c:pt>
                <c:pt idx="299">
                  <c:v>0.14000000000000001</c:v>
                </c:pt>
                <c:pt idx="300">
                  <c:v>0.12</c:v>
                </c:pt>
                <c:pt idx="301">
                  <c:v>0.12</c:v>
                </c:pt>
                <c:pt idx="302">
                  <c:v>0.1</c:v>
                </c:pt>
                <c:pt idx="303">
                  <c:v>0.1</c:v>
                </c:pt>
                <c:pt idx="304">
                  <c:v>0.1</c:v>
                </c:pt>
                <c:pt idx="305">
                  <c:v>0.1</c:v>
                </c:pt>
                <c:pt idx="306">
                  <c:v>0.1</c:v>
                </c:pt>
                <c:pt idx="307">
                  <c:v>0.1</c:v>
                </c:pt>
                <c:pt idx="308">
                  <c:v>0.12</c:v>
                </c:pt>
                <c:pt idx="309">
                  <c:v>0.14000000000000001</c:v>
                </c:pt>
                <c:pt idx="310">
                  <c:v>0.18</c:v>
                </c:pt>
                <c:pt idx="311">
                  <c:v>0.18</c:v>
                </c:pt>
                <c:pt idx="312">
                  <c:v>0.2</c:v>
                </c:pt>
                <c:pt idx="313">
                  <c:v>0.22</c:v>
                </c:pt>
                <c:pt idx="314">
                  <c:v>0.22</c:v>
                </c:pt>
                <c:pt idx="315">
                  <c:v>0.24</c:v>
                </c:pt>
                <c:pt idx="316">
                  <c:v>0.22</c:v>
                </c:pt>
                <c:pt idx="317">
                  <c:v>0.22</c:v>
                </c:pt>
                <c:pt idx="318">
                  <c:v>0.2</c:v>
                </c:pt>
                <c:pt idx="319">
                  <c:v>0.16</c:v>
                </c:pt>
                <c:pt idx="320">
                  <c:v>0.18</c:v>
                </c:pt>
                <c:pt idx="321">
                  <c:v>0.16</c:v>
                </c:pt>
                <c:pt idx="322">
                  <c:v>0.16</c:v>
                </c:pt>
                <c:pt idx="323">
                  <c:v>0.18</c:v>
                </c:pt>
                <c:pt idx="324">
                  <c:v>0.18</c:v>
                </c:pt>
                <c:pt idx="325">
                  <c:v>0.16</c:v>
                </c:pt>
                <c:pt idx="326">
                  <c:v>0.16</c:v>
                </c:pt>
                <c:pt idx="327">
                  <c:v>0.16</c:v>
                </c:pt>
                <c:pt idx="328">
                  <c:v>0.16</c:v>
                </c:pt>
                <c:pt idx="329">
                  <c:v>0.16</c:v>
                </c:pt>
                <c:pt idx="330">
                  <c:v>0.14000000000000001</c:v>
                </c:pt>
                <c:pt idx="331">
                  <c:v>0.14000000000000001</c:v>
                </c:pt>
                <c:pt idx="332">
                  <c:v>0.14000000000000001</c:v>
                </c:pt>
                <c:pt idx="333">
                  <c:v>0.16</c:v>
                </c:pt>
                <c:pt idx="334">
                  <c:v>0.18</c:v>
                </c:pt>
                <c:pt idx="335">
                  <c:v>0.2</c:v>
                </c:pt>
                <c:pt idx="336">
                  <c:v>0.24</c:v>
                </c:pt>
                <c:pt idx="337">
                  <c:v>0.28000000000000003</c:v>
                </c:pt>
                <c:pt idx="338">
                  <c:v>0.3</c:v>
                </c:pt>
                <c:pt idx="339">
                  <c:v>0.32</c:v>
                </c:pt>
                <c:pt idx="340">
                  <c:v>0.34</c:v>
                </c:pt>
                <c:pt idx="341">
                  <c:v>0.32</c:v>
                </c:pt>
                <c:pt idx="342">
                  <c:v>0.3</c:v>
                </c:pt>
                <c:pt idx="343">
                  <c:v>0.32</c:v>
                </c:pt>
                <c:pt idx="344">
                  <c:v>0.32</c:v>
                </c:pt>
                <c:pt idx="345">
                  <c:v>0.32</c:v>
                </c:pt>
                <c:pt idx="346">
                  <c:v>0.3</c:v>
                </c:pt>
                <c:pt idx="347">
                  <c:v>0.3</c:v>
                </c:pt>
                <c:pt idx="348">
                  <c:v>0.26</c:v>
                </c:pt>
                <c:pt idx="349">
                  <c:v>0.26</c:v>
                </c:pt>
                <c:pt idx="350">
                  <c:v>0.26</c:v>
                </c:pt>
                <c:pt idx="351">
                  <c:v>0.22</c:v>
                </c:pt>
                <c:pt idx="352">
                  <c:v>0.26</c:v>
                </c:pt>
                <c:pt idx="353">
                  <c:v>0.26</c:v>
                </c:pt>
                <c:pt idx="354">
                  <c:v>0.26</c:v>
                </c:pt>
                <c:pt idx="355">
                  <c:v>0.24</c:v>
                </c:pt>
                <c:pt idx="356">
                  <c:v>0.22</c:v>
                </c:pt>
                <c:pt idx="357">
                  <c:v>0.22</c:v>
                </c:pt>
                <c:pt idx="358">
                  <c:v>0.22</c:v>
                </c:pt>
                <c:pt idx="359">
                  <c:v>0.24</c:v>
                </c:pt>
                <c:pt idx="360">
                  <c:v>0.24</c:v>
                </c:pt>
                <c:pt idx="361">
                  <c:v>0.26</c:v>
                </c:pt>
                <c:pt idx="362">
                  <c:v>0.28000000000000003</c:v>
                </c:pt>
                <c:pt idx="363">
                  <c:v>0.26</c:v>
                </c:pt>
                <c:pt idx="364">
                  <c:v>0.24</c:v>
                </c:pt>
                <c:pt idx="365">
                  <c:v>0.22</c:v>
                </c:pt>
                <c:pt idx="366">
                  <c:v>0.2</c:v>
                </c:pt>
                <c:pt idx="367">
                  <c:v>0.18</c:v>
                </c:pt>
                <c:pt idx="368">
                  <c:v>0.18</c:v>
                </c:pt>
                <c:pt idx="369">
                  <c:v>0.18</c:v>
                </c:pt>
                <c:pt idx="370">
                  <c:v>0.2</c:v>
                </c:pt>
                <c:pt idx="371">
                  <c:v>0.2</c:v>
                </c:pt>
                <c:pt idx="372">
                  <c:v>0.2</c:v>
                </c:pt>
                <c:pt idx="373">
                  <c:v>0.2</c:v>
                </c:pt>
                <c:pt idx="374">
                  <c:v>0.18</c:v>
                </c:pt>
                <c:pt idx="375">
                  <c:v>0.18</c:v>
                </c:pt>
                <c:pt idx="376">
                  <c:v>0.18</c:v>
                </c:pt>
                <c:pt idx="377">
                  <c:v>0.18</c:v>
                </c:pt>
                <c:pt idx="378">
                  <c:v>0.18</c:v>
                </c:pt>
                <c:pt idx="379">
                  <c:v>0.16</c:v>
                </c:pt>
                <c:pt idx="380">
                  <c:v>0.16</c:v>
                </c:pt>
                <c:pt idx="381">
                  <c:v>0.16</c:v>
                </c:pt>
                <c:pt idx="382">
                  <c:v>0.16</c:v>
                </c:pt>
                <c:pt idx="383">
                  <c:v>0.16</c:v>
                </c:pt>
                <c:pt idx="384">
                  <c:v>0.18</c:v>
                </c:pt>
                <c:pt idx="385">
                  <c:v>0.18</c:v>
                </c:pt>
                <c:pt idx="386">
                  <c:v>0.18</c:v>
                </c:pt>
                <c:pt idx="387">
                  <c:v>0.2</c:v>
                </c:pt>
                <c:pt idx="388">
                  <c:v>0.2</c:v>
                </c:pt>
                <c:pt idx="389">
                  <c:v>0.2</c:v>
                </c:pt>
                <c:pt idx="390">
                  <c:v>0.18</c:v>
                </c:pt>
                <c:pt idx="391">
                  <c:v>0.18</c:v>
                </c:pt>
                <c:pt idx="392">
                  <c:v>0.16</c:v>
                </c:pt>
                <c:pt idx="393">
                  <c:v>0.16</c:v>
                </c:pt>
                <c:pt idx="394">
                  <c:v>0.14000000000000001</c:v>
                </c:pt>
                <c:pt idx="395">
                  <c:v>0.16</c:v>
                </c:pt>
                <c:pt idx="396">
                  <c:v>0.2</c:v>
                </c:pt>
                <c:pt idx="397">
                  <c:v>0.2</c:v>
                </c:pt>
                <c:pt idx="398">
                  <c:v>0.22</c:v>
                </c:pt>
                <c:pt idx="399">
                  <c:v>0.22</c:v>
                </c:pt>
                <c:pt idx="400">
                  <c:v>0.22</c:v>
                </c:pt>
                <c:pt idx="401">
                  <c:v>0.22</c:v>
                </c:pt>
                <c:pt idx="402">
                  <c:v>0.22</c:v>
                </c:pt>
                <c:pt idx="403">
                  <c:v>0.22</c:v>
                </c:pt>
                <c:pt idx="404">
                  <c:v>0.22</c:v>
                </c:pt>
                <c:pt idx="405">
                  <c:v>0.22</c:v>
                </c:pt>
                <c:pt idx="406">
                  <c:v>0.22</c:v>
                </c:pt>
                <c:pt idx="407">
                  <c:v>0.22</c:v>
                </c:pt>
                <c:pt idx="408">
                  <c:v>0.22</c:v>
                </c:pt>
                <c:pt idx="409">
                  <c:v>0.22</c:v>
                </c:pt>
                <c:pt idx="410">
                  <c:v>0.22</c:v>
                </c:pt>
                <c:pt idx="411">
                  <c:v>0.22</c:v>
                </c:pt>
                <c:pt idx="412">
                  <c:v>0.22</c:v>
                </c:pt>
                <c:pt idx="413">
                  <c:v>0.22</c:v>
                </c:pt>
                <c:pt idx="414">
                  <c:v>0.24</c:v>
                </c:pt>
                <c:pt idx="415">
                  <c:v>0.24</c:v>
                </c:pt>
                <c:pt idx="416">
                  <c:v>0.24</c:v>
                </c:pt>
                <c:pt idx="417">
                  <c:v>0.26</c:v>
                </c:pt>
                <c:pt idx="418">
                  <c:v>0.28000000000000003</c:v>
                </c:pt>
                <c:pt idx="419">
                  <c:v>0.3</c:v>
                </c:pt>
                <c:pt idx="420">
                  <c:v>0.4</c:v>
                </c:pt>
                <c:pt idx="421">
                  <c:v>0.4</c:v>
                </c:pt>
                <c:pt idx="422">
                  <c:v>0.4</c:v>
                </c:pt>
                <c:pt idx="423">
                  <c:v>0.38</c:v>
                </c:pt>
                <c:pt idx="424">
                  <c:v>0.36</c:v>
                </c:pt>
                <c:pt idx="425">
                  <c:v>0.34</c:v>
                </c:pt>
                <c:pt idx="426">
                  <c:v>0.32</c:v>
                </c:pt>
                <c:pt idx="427">
                  <c:v>0.32</c:v>
                </c:pt>
                <c:pt idx="428">
                  <c:v>0.32</c:v>
                </c:pt>
                <c:pt idx="429">
                  <c:v>0.3</c:v>
                </c:pt>
                <c:pt idx="430">
                  <c:v>0.3</c:v>
                </c:pt>
                <c:pt idx="431">
                  <c:v>0.26</c:v>
                </c:pt>
                <c:pt idx="432">
                  <c:v>0.26</c:v>
                </c:pt>
                <c:pt idx="433">
                  <c:v>0.26</c:v>
                </c:pt>
                <c:pt idx="434">
                  <c:v>0.26</c:v>
                </c:pt>
                <c:pt idx="435">
                  <c:v>0.26</c:v>
                </c:pt>
                <c:pt idx="436">
                  <c:v>0.24</c:v>
                </c:pt>
                <c:pt idx="437">
                  <c:v>0.22</c:v>
                </c:pt>
                <c:pt idx="438">
                  <c:v>0.22</c:v>
                </c:pt>
                <c:pt idx="439">
                  <c:v>0.22</c:v>
                </c:pt>
                <c:pt idx="440">
                  <c:v>0.24</c:v>
                </c:pt>
                <c:pt idx="441">
                  <c:v>0.26</c:v>
                </c:pt>
                <c:pt idx="442">
                  <c:v>0.28000000000000003</c:v>
                </c:pt>
                <c:pt idx="443">
                  <c:v>0.3</c:v>
                </c:pt>
                <c:pt idx="444">
                  <c:v>0.28000000000000003</c:v>
                </c:pt>
                <c:pt idx="445">
                  <c:v>0.3</c:v>
                </c:pt>
                <c:pt idx="446">
                  <c:v>0.32</c:v>
                </c:pt>
                <c:pt idx="447">
                  <c:v>0.3</c:v>
                </c:pt>
                <c:pt idx="448">
                  <c:v>0.3</c:v>
                </c:pt>
                <c:pt idx="449">
                  <c:v>0.26</c:v>
                </c:pt>
                <c:pt idx="450">
                  <c:v>0.26</c:v>
                </c:pt>
                <c:pt idx="451">
                  <c:v>0.26</c:v>
                </c:pt>
                <c:pt idx="452">
                  <c:v>0.24</c:v>
                </c:pt>
                <c:pt idx="453">
                  <c:v>0.24</c:v>
                </c:pt>
                <c:pt idx="454">
                  <c:v>0.24</c:v>
                </c:pt>
                <c:pt idx="455">
                  <c:v>0.24</c:v>
                </c:pt>
                <c:pt idx="456">
                  <c:v>0.24</c:v>
                </c:pt>
                <c:pt idx="457">
                  <c:v>0.24</c:v>
                </c:pt>
                <c:pt idx="458">
                  <c:v>0.22</c:v>
                </c:pt>
                <c:pt idx="459">
                  <c:v>0.22</c:v>
                </c:pt>
                <c:pt idx="460">
                  <c:v>0.24</c:v>
                </c:pt>
                <c:pt idx="461">
                  <c:v>0.22</c:v>
                </c:pt>
                <c:pt idx="462">
                  <c:v>0.2</c:v>
                </c:pt>
                <c:pt idx="463">
                  <c:v>0.2</c:v>
                </c:pt>
                <c:pt idx="464">
                  <c:v>0.2</c:v>
                </c:pt>
                <c:pt idx="465">
                  <c:v>0.2</c:v>
                </c:pt>
                <c:pt idx="466">
                  <c:v>0.22</c:v>
                </c:pt>
                <c:pt idx="467">
                  <c:v>0.22</c:v>
                </c:pt>
                <c:pt idx="468">
                  <c:v>0.2</c:v>
                </c:pt>
                <c:pt idx="469">
                  <c:v>0.2</c:v>
                </c:pt>
                <c:pt idx="470">
                  <c:v>0.16</c:v>
                </c:pt>
                <c:pt idx="471">
                  <c:v>0.16</c:v>
                </c:pt>
                <c:pt idx="472">
                  <c:v>0.14000000000000001</c:v>
                </c:pt>
                <c:pt idx="473">
                  <c:v>0.12</c:v>
                </c:pt>
                <c:pt idx="474">
                  <c:v>0.12</c:v>
                </c:pt>
                <c:pt idx="475">
                  <c:v>0.1</c:v>
                </c:pt>
                <c:pt idx="476">
                  <c:v>0.08</c:v>
                </c:pt>
                <c:pt idx="477">
                  <c:v>0.06</c:v>
                </c:pt>
                <c:pt idx="478">
                  <c:v>0.06</c:v>
                </c:pt>
                <c:pt idx="479">
                  <c:v>0.04</c:v>
                </c:pt>
                <c:pt idx="480">
                  <c:v>0.04</c:v>
                </c:pt>
                <c:pt idx="481">
                  <c:v>0.04</c:v>
                </c:pt>
                <c:pt idx="482">
                  <c:v>0.04</c:v>
                </c:pt>
                <c:pt idx="483">
                  <c:v>0.02</c:v>
                </c:pt>
                <c:pt idx="484">
                  <c:v>0.02</c:v>
                </c:pt>
                <c:pt idx="485">
                  <c:v>0.02</c:v>
                </c:pt>
                <c:pt idx="486">
                  <c:v>0.02</c:v>
                </c:pt>
                <c:pt idx="487">
                  <c:v>0.04</c:v>
                </c:pt>
                <c:pt idx="488">
                  <c:v>0.04</c:v>
                </c:pt>
                <c:pt idx="489">
                  <c:v>0.06</c:v>
                </c:pt>
                <c:pt idx="490">
                  <c:v>0.06</c:v>
                </c:pt>
                <c:pt idx="491">
                  <c:v>0.08</c:v>
                </c:pt>
                <c:pt idx="492">
                  <c:v>0.1</c:v>
                </c:pt>
                <c:pt idx="493">
                  <c:v>0.12</c:v>
                </c:pt>
                <c:pt idx="494">
                  <c:v>0.12</c:v>
                </c:pt>
                <c:pt idx="495">
                  <c:v>0.12</c:v>
                </c:pt>
                <c:pt idx="496">
                  <c:v>0.08</c:v>
                </c:pt>
                <c:pt idx="497">
                  <c:v>0.08</c:v>
                </c:pt>
                <c:pt idx="498">
                  <c:v>0.06</c:v>
                </c:pt>
                <c:pt idx="499">
                  <c:v>0.06</c:v>
                </c:pt>
                <c:pt idx="500">
                  <c:v>0.06</c:v>
                </c:pt>
                <c:pt idx="501">
                  <c:v>0.04</c:v>
                </c:pt>
                <c:pt idx="502">
                  <c:v>0.04</c:v>
                </c:pt>
                <c:pt idx="503">
                  <c:v>0.04</c:v>
                </c:pt>
                <c:pt idx="504">
                  <c:v>0.02</c:v>
                </c:pt>
                <c:pt idx="505">
                  <c:v>0.02</c:v>
                </c:pt>
                <c:pt idx="506">
                  <c:v>0.04</c:v>
                </c:pt>
                <c:pt idx="507">
                  <c:v>0.04</c:v>
                </c:pt>
                <c:pt idx="508">
                  <c:v>0.08</c:v>
                </c:pt>
                <c:pt idx="509">
                  <c:v>0.06</c:v>
                </c:pt>
                <c:pt idx="510">
                  <c:v>0.1</c:v>
                </c:pt>
                <c:pt idx="511">
                  <c:v>0.14000000000000001</c:v>
                </c:pt>
                <c:pt idx="512">
                  <c:v>0.14000000000000001</c:v>
                </c:pt>
                <c:pt idx="513">
                  <c:v>0.16</c:v>
                </c:pt>
                <c:pt idx="514">
                  <c:v>0.14000000000000001</c:v>
                </c:pt>
                <c:pt idx="515">
                  <c:v>0.16</c:v>
                </c:pt>
                <c:pt idx="516">
                  <c:v>0.16</c:v>
                </c:pt>
                <c:pt idx="517">
                  <c:v>0.16</c:v>
                </c:pt>
                <c:pt idx="518">
                  <c:v>0.14000000000000001</c:v>
                </c:pt>
                <c:pt idx="519">
                  <c:v>0.12</c:v>
                </c:pt>
                <c:pt idx="520">
                  <c:v>0.12</c:v>
                </c:pt>
                <c:pt idx="521">
                  <c:v>0.1</c:v>
                </c:pt>
                <c:pt idx="522">
                  <c:v>0.1</c:v>
                </c:pt>
                <c:pt idx="523">
                  <c:v>0.08</c:v>
                </c:pt>
                <c:pt idx="524">
                  <c:v>0.06</c:v>
                </c:pt>
                <c:pt idx="525">
                  <c:v>0.06</c:v>
                </c:pt>
                <c:pt idx="526">
                  <c:v>0.04</c:v>
                </c:pt>
                <c:pt idx="527">
                  <c:v>0.04</c:v>
                </c:pt>
                <c:pt idx="528">
                  <c:v>0.02</c:v>
                </c:pt>
                <c:pt idx="529">
                  <c:v>0.02</c:v>
                </c:pt>
                <c:pt idx="530">
                  <c:v>0.02</c:v>
                </c:pt>
                <c:pt idx="531">
                  <c:v>0.02</c:v>
                </c:pt>
                <c:pt idx="532">
                  <c:v>0.04</c:v>
                </c:pt>
                <c:pt idx="533">
                  <c:v>0.06</c:v>
                </c:pt>
                <c:pt idx="534">
                  <c:v>0.1</c:v>
                </c:pt>
                <c:pt idx="535">
                  <c:v>0.1</c:v>
                </c:pt>
                <c:pt idx="536">
                  <c:v>0.12</c:v>
                </c:pt>
                <c:pt idx="537">
                  <c:v>0.14000000000000001</c:v>
                </c:pt>
                <c:pt idx="538">
                  <c:v>0.14000000000000001</c:v>
                </c:pt>
                <c:pt idx="539">
                  <c:v>0.16</c:v>
                </c:pt>
                <c:pt idx="540">
                  <c:v>0.16</c:v>
                </c:pt>
                <c:pt idx="541">
                  <c:v>0.14000000000000001</c:v>
                </c:pt>
                <c:pt idx="542">
                  <c:v>0.14000000000000001</c:v>
                </c:pt>
                <c:pt idx="543">
                  <c:v>0.14000000000000001</c:v>
                </c:pt>
                <c:pt idx="544">
                  <c:v>0.14000000000000001</c:v>
                </c:pt>
                <c:pt idx="545">
                  <c:v>0.14000000000000001</c:v>
                </c:pt>
                <c:pt idx="546">
                  <c:v>0.14000000000000001</c:v>
                </c:pt>
                <c:pt idx="547">
                  <c:v>0.16</c:v>
                </c:pt>
                <c:pt idx="548">
                  <c:v>0.16</c:v>
                </c:pt>
                <c:pt idx="549">
                  <c:v>0.16</c:v>
                </c:pt>
                <c:pt idx="550">
                  <c:v>0.16</c:v>
                </c:pt>
                <c:pt idx="551">
                  <c:v>0.14000000000000001</c:v>
                </c:pt>
                <c:pt idx="552">
                  <c:v>0.14000000000000001</c:v>
                </c:pt>
                <c:pt idx="553">
                  <c:v>0.16</c:v>
                </c:pt>
                <c:pt idx="554">
                  <c:v>0.16</c:v>
                </c:pt>
                <c:pt idx="555">
                  <c:v>0.16</c:v>
                </c:pt>
                <c:pt idx="556">
                  <c:v>0.2</c:v>
                </c:pt>
                <c:pt idx="557">
                  <c:v>0.22</c:v>
                </c:pt>
                <c:pt idx="558">
                  <c:v>0.24</c:v>
                </c:pt>
                <c:pt idx="559">
                  <c:v>0.26</c:v>
                </c:pt>
                <c:pt idx="560">
                  <c:v>0.26</c:v>
                </c:pt>
                <c:pt idx="561">
                  <c:v>0.3</c:v>
                </c:pt>
                <c:pt idx="562">
                  <c:v>0.32</c:v>
                </c:pt>
                <c:pt idx="563">
                  <c:v>0.32</c:v>
                </c:pt>
                <c:pt idx="564">
                  <c:v>0.3</c:v>
                </c:pt>
                <c:pt idx="565">
                  <c:v>0.3</c:v>
                </c:pt>
                <c:pt idx="566">
                  <c:v>0.26</c:v>
                </c:pt>
                <c:pt idx="567">
                  <c:v>0.24</c:v>
                </c:pt>
                <c:pt idx="568">
                  <c:v>0.24</c:v>
                </c:pt>
                <c:pt idx="569">
                  <c:v>0.22</c:v>
                </c:pt>
                <c:pt idx="570">
                  <c:v>0.22</c:v>
                </c:pt>
                <c:pt idx="571">
                  <c:v>0.22</c:v>
                </c:pt>
                <c:pt idx="572">
                  <c:v>0.24</c:v>
                </c:pt>
                <c:pt idx="573">
                  <c:v>0.22</c:v>
                </c:pt>
                <c:pt idx="574">
                  <c:v>0.2</c:v>
                </c:pt>
                <c:pt idx="575">
                  <c:v>0.2</c:v>
                </c:pt>
                <c:pt idx="576">
                  <c:v>0.22</c:v>
                </c:pt>
                <c:pt idx="577">
                  <c:v>0.22</c:v>
                </c:pt>
                <c:pt idx="578">
                  <c:v>0.22</c:v>
                </c:pt>
                <c:pt idx="579">
                  <c:v>0.22</c:v>
                </c:pt>
                <c:pt idx="580">
                  <c:v>0.22</c:v>
                </c:pt>
                <c:pt idx="581">
                  <c:v>0.22</c:v>
                </c:pt>
                <c:pt idx="582">
                  <c:v>0.22</c:v>
                </c:pt>
                <c:pt idx="583">
                  <c:v>0.22</c:v>
                </c:pt>
                <c:pt idx="584">
                  <c:v>0.22</c:v>
                </c:pt>
                <c:pt idx="585">
                  <c:v>0.22</c:v>
                </c:pt>
                <c:pt idx="586">
                  <c:v>0.2</c:v>
                </c:pt>
                <c:pt idx="587">
                  <c:v>0.22</c:v>
                </c:pt>
                <c:pt idx="588">
                  <c:v>0.22</c:v>
                </c:pt>
                <c:pt idx="589">
                  <c:v>0.2</c:v>
                </c:pt>
                <c:pt idx="590">
                  <c:v>0.2</c:v>
                </c:pt>
                <c:pt idx="591">
                  <c:v>0.18</c:v>
                </c:pt>
                <c:pt idx="592">
                  <c:v>0.18</c:v>
                </c:pt>
                <c:pt idx="593">
                  <c:v>0.18</c:v>
                </c:pt>
                <c:pt idx="594">
                  <c:v>0.18</c:v>
                </c:pt>
                <c:pt idx="595">
                  <c:v>0.2</c:v>
                </c:pt>
                <c:pt idx="596">
                  <c:v>0.2</c:v>
                </c:pt>
                <c:pt idx="597">
                  <c:v>0.2</c:v>
                </c:pt>
                <c:pt idx="598">
                  <c:v>0.2</c:v>
                </c:pt>
                <c:pt idx="599">
                  <c:v>0.18</c:v>
                </c:pt>
                <c:pt idx="600">
                  <c:v>0.18</c:v>
                </c:pt>
                <c:pt idx="601">
                  <c:v>0.16</c:v>
                </c:pt>
                <c:pt idx="602">
                  <c:v>0.16</c:v>
                </c:pt>
                <c:pt idx="603">
                  <c:v>0.18</c:v>
                </c:pt>
                <c:pt idx="604">
                  <c:v>0.18</c:v>
                </c:pt>
                <c:pt idx="605">
                  <c:v>0.18</c:v>
                </c:pt>
                <c:pt idx="606">
                  <c:v>0.18</c:v>
                </c:pt>
                <c:pt idx="607">
                  <c:v>0.18</c:v>
                </c:pt>
                <c:pt idx="608">
                  <c:v>0.22</c:v>
                </c:pt>
                <c:pt idx="609">
                  <c:v>0.2</c:v>
                </c:pt>
                <c:pt idx="610">
                  <c:v>0.22</c:v>
                </c:pt>
                <c:pt idx="611">
                  <c:v>0.24</c:v>
                </c:pt>
                <c:pt idx="612">
                  <c:v>0.24</c:v>
                </c:pt>
                <c:pt idx="613">
                  <c:v>0.24</c:v>
                </c:pt>
                <c:pt idx="614">
                  <c:v>0.24</c:v>
                </c:pt>
                <c:pt idx="615">
                  <c:v>0.22</c:v>
                </c:pt>
                <c:pt idx="616">
                  <c:v>0.24</c:v>
                </c:pt>
                <c:pt idx="617">
                  <c:v>0.24</c:v>
                </c:pt>
                <c:pt idx="618">
                  <c:v>0.22</c:v>
                </c:pt>
                <c:pt idx="619">
                  <c:v>0.22</c:v>
                </c:pt>
                <c:pt idx="620">
                  <c:v>0.22</c:v>
                </c:pt>
                <c:pt idx="621">
                  <c:v>0.2</c:v>
                </c:pt>
                <c:pt idx="622">
                  <c:v>0.16</c:v>
                </c:pt>
                <c:pt idx="623">
                  <c:v>0.16</c:v>
                </c:pt>
                <c:pt idx="624">
                  <c:v>0.16</c:v>
                </c:pt>
                <c:pt idx="625">
                  <c:v>0.18</c:v>
                </c:pt>
                <c:pt idx="626">
                  <c:v>0.18</c:v>
                </c:pt>
                <c:pt idx="627">
                  <c:v>0.18</c:v>
                </c:pt>
                <c:pt idx="628">
                  <c:v>0.18</c:v>
                </c:pt>
                <c:pt idx="629">
                  <c:v>0.2</c:v>
                </c:pt>
                <c:pt idx="630">
                  <c:v>0.22</c:v>
                </c:pt>
                <c:pt idx="631">
                  <c:v>0.22</c:v>
                </c:pt>
                <c:pt idx="632">
                  <c:v>0.22</c:v>
                </c:pt>
                <c:pt idx="633">
                  <c:v>0.24</c:v>
                </c:pt>
                <c:pt idx="634">
                  <c:v>0.24</c:v>
                </c:pt>
                <c:pt idx="635">
                  <c:v>0.22</c:v>
                </c:pt>
                <c:pt idx="636">
                  <c:v>0.22</c:v>
                </c:pt>
                <c:pt idx="637">
                  <c:v>0.18</c:v>
                </c:pt>
                <c:pt idx="638">
                  <c:v>0.18</c:v>
                </c:pt>
                <c:pt idx="639">
                  <c:v>0.16</c:v>
                </c:pt>
                <c:pt idx="640">
                  <c:v>0.16</c:v>
                </c:pt>
                <c:pt idx="641">
                  <c:v>0.16</c:v>
                </c:pt>
                <c:pt idx="642">
                  <c:v>0.14000000000000001</c:v>
                </c:pt>
                <c:pt idx="643">
                  <c:v>0.16</c:v>
                </c:pt>
                <c:pt idx="644">
                  <c:v>0.14000000000000001</c:v>
                </c:pt>
                <c:pt idx="645">
                  <c:v>0.14000000000000001</c:v>
                </c:pt>
                <c:pt idx="646">
                  <c:v>0.14000000000000001</c:v>
                </c:pt>
                <c:pt idx="647">
                  <c:v>0.14000000000000001</c:v>
                </c:pt>
                <c:pt idx="648">
                  <c:v>0.14000000000000001</c:v>
                </c:pt>
                <c:pt idx="649">
                  <c:v>0.16</c:v>
                </c:pt>
                <c:pt idx="650">
                  <c:v>0.18</c:v>
                </c:pt>
                <c:pt idx="651">
                  <c:v>0.22</c:v>
                </c:pt>
                <c:pt idx="652">
                  <c:v>0.3</c:v>
                </c:pt>
                <c:pt idx="653">
                  <c:v>0.28000000000000003</c:v>
                </c:pt>
                <c:pt idx="654">
                  <c:v>0.28000000000000003</c:v>
                </c:pt>
                <c:pt idx="655">
                  <c:v>0.3</c:v>
                </c:pt>
                <c:pt idx="656">
                  <c:v>0.3</c:v>
                </c:pt>
                <c:pt idx="657">
                  <c:v>0.3</c:v>
                </c:pt>
                <c:pt idx="658">
                  <c:v>0.26</c:v>
                </c:pt>
                <c:pt idx="659">
                  <c:v>0.26</c:v>
                </c:pt>
                <c:pt idx="660">
                  <c:v>0.26</c:v>
                </c:pt>
                <c:pt idx="661">
                  <c:v>0.24</c:v>
                </c:pt>
                <c:pt idx="662">
                  <c:v>0.24</c:v>
                </c:pt>
                <c:pt idx="663">
                  <c:v>0.24</c:v>
                </c:pt>
                <c:pt idx="664">
                  <c:v>0.24</c:v>
                </c:pt>
                <c:pt idx="665">
                  <c:v>0.22</c:v>
                </c:pt>
                <c:pt idx="666">
                  <c:v>0.22</c:v>
                </c:pt>
                <c:pt idx="667">
                  <c:v>0.22</c:v>
                </c:pt>
                <c:pt idx="668">
                  <c:v>0.2</c:v>
                </c:pt>
                <c:pt idx="669">
                  <c:v>0.18</c:v>
                </c:pt>
                <c:pt idx="670">
                  <c:v>0.16</c:v>
                </c:pt>
                <c:pt idx="671">
                  <c:v>0.16</c:v>
                </c:pt>
                <c:pt idx="672">
                  <c:v>0.16</c:v>
                </c:pt>
                <c:pt idx="673">
                  <c:v>0.16</c:v>
                </c:pt>
                <c:pt idx="674">
                  <c:v>0.16</c:v>
                </c:pt>
                <c:pt idx="675">
                  <c:v>0.16</c:v>
                </c:pt>
                <c:pt idx="676">
                  <c:v>0.18</c:v>
                </c:pt>
                <c:pt idx="677">
                  <c:v>0.16</c:v>
                </c:pt>
                <c:pt idx="678">
                  <c:v>0.18</c:v>
                </c:pt>
                <c:pt idx="679">
                  <c:v>0.16</c:v>
                </c:pt>
                <c:pt idx="680">
                  <c:v>0.16</c:v>
                </c:pt>
                <c:pt idx="681">
                  <c:v>0.16</c:v>
                </c:pt>
                <c:pt idx="682">
                  <c:v>0.16</c:v>
                </c:pt>
                <c:pt idx="683">
                  <c:v>0.3</c:v>
                </c:pt>
                <c:pt idx="684">
                  <c:v>0.16</c:v>
                </c:pt>
                <c:pt idx="685">
                  <c:v>0.16</c:v>
                </c:pt>
                <c:pt idx="686">
                  <c:v>0.16</c:v>
                </c:pt>
                <c:pt idx="687">
                  <c:v>0.16</c:v>
                </c:pt>
                <c:pt idx="688">
                  <c:v>0.16</c:v>
                </c:pt>
                <c:pt idx="689">
                  <c:v>0.16</c:v>
                </c:pt>
                <c:pt idx="690">
                  <c:v>0.16</c:v>
                </c:pt>
                <c:pt idx="691">
                  <c:v>0.16</c:v>
                </c:pt>
                <c:pt idx="692">
                  <c:v>0.14000000000000001</c:v>
                </c:pt>
                <c:pt idx="693">
                  <c:v>0.14000000000000001</c:v>
                </c:pt>
                <c:pt idx="694">
                  <c:v>0.16</c:v>
                </c:pt>
                <c:pt idx="695">
                  <c:v>0.16</c:v>
                </c:pt>
                <c:pt idx="696">
                  <c:v>0.16</c:v>
                </c:pt>
                <c:pt idx="697">
                  <c:v>0.16</c:v>
                </c:pt>
                <c:pt idx="698">
                  <c:v>0.18</c:v>
                </c:pt>
                <c:pt idx="699">
                  <c:v>0.2</c:v>
                </c:pt>
                <c:pt idx="700">
                  <c:v>0.2</c:v>
                </c:pt>
                <c:pt idx="701">
                  <c:v>0.22</c:v>
                </c:pt>
                <c:pt idx="702">
                  <c:v>0.24</c:v>
                </c:pt>
                <c:pt idx="703">
                  <c:v>0.24</c:v>
                </c:pt>
                <c:pt idx="704">
                  <c:v>0.24</c:v>
                </c:pt>
                <c:pt idx="705">
                  <c:v>0.24</c:v>
                </c:pt>
                <c:pt idx="706">
                  <c:v>0.24</c:v>
                </c:pt>
                <c:pt idx="707">
                  <c:v>0.22</c:v>
                </c:pt>
                <c:pt idx="708">
                  <c:v>0.22</c:v>
                </c:pt>
                <c:pt idx="709">
                  <c:v>0.22</c:v>
                </c:pt>
                <c:pt idx="710">
                  <c:v>0.2</c:v>
                </c:pt>
                <c:pt idx="711">
                  <c:v>0.22</c:v>
                </c:pt>
                <c:pt idx="712">
                  <c:v>0.22</c:v>
                </c:pt>
                <c:pt idx="713">
                  <c:v>0.22</c:v>
                </c:pt>
                <c:pt idx="714">
                  <c:v>0.22</c:v>
                </c:pt>
                <c:pt idx="715">
                  <c:v>0.22</c:v>
                </c:pt>
                <c:pt idx="716">
                  <c:v>0.22</c:v>
                </c:pt>
                <c:pt idx="717">
                  <c:v>0.22</c:v>
                </c:pt>
                <c:pt idx="718">
                  <c:v>0.22</c:v>
                </c:pt>
                <c:pt idx="719">
                  <c:v>0.22</c:v>
                </c:pt>
                <c:pt idx="720">
                  <c:v>0.24</c:v>
                </c:pt>
                <c:pt idx="721">
                  <c:v>0.22</c:v>
                </c:pt>
                <c:pt idx="722">
                  <c:v>0.24</c:v>
                </c:pt>
                <c:pt idx="723">
                  <c:v>0.24</c:v>
                </c:pt>
                <c:pt idx="724">
                  <c:v>0.34</c:v>
                </c:pt>
                <c:pt idx="725">
                  <c:v>0.38</c:v>
                </c:pt>
                <c:pt idx="726">
                  <c:v>0.38</c:v>
                </c:pt>
                <c:pt idx="727">
                  <c:v>0.36</c:v>
                </c:pt>
                <c:pt idx="728">
                  <c:v>0.36</c:v>
                </c:pt>
                <c:pt idx="729">
                  <c:v>0.34</c:v>
                </c:pt>
                <c:pt idx="730">
                  <c:v>0.28000000000000003</c:v>
                </c:pt>
                <c:pt idx="731">
                  <c:v>0.24</c:v>
                </c:pt>
                <c:pt idx="732">
                  <c:v>0.22</c:v>
                </c:pt>
                <c:pt idx="733">
                  <c:v>0.22</c:v>
                </c:pt>
                <c:pt idx="734">
                  <c:v>0.2</c:v>
                </c:pt>
                <c:pt idx="735">
                  <c:v>0.2</c:v>
                </c:pt>
                <c:pt idx="736">
                  <c:v>0.2</c:v>
                </c:pt>
                <c:pt idx="737">
                  <c:v>0.18</c:v>
                </c:pt>
                <c:pt idx="738">
                  <c:v>0.18</c:v>
                </c:pt>
                <c:pt idx="739">
                  <c:v>0.16</c:v>
                </c:pt>
                <c:pt idx="740">
                  <c:v>0.16</c:v>
                </c:pt>
                <c:pt idx="741">
                  <c:v>0.14000000000000001</c:v>
                </c:pt>
                <c:pt idx="742">
                  <c:v>0.14000000000000001</c:v>
                </c:pt>
                <c:pt idx="743">
                  <c:v>0.16</c:v>
                </c:pt>
                <c:pt idx="744">
                  <c:v>0.18</c:v>
                </c:pt>
                <c:pt idx="745">
                  <c:v>0.18</c:v>
                </c:pt>
                <c:pt idx="746">
                  <c:v>0.2</c:v>
                </c:pt>
                <c:pt idx="747">
                  <c:v>0.2</c:v>
                </c:pt>
                <c:pt idx="748">
                  <c:v>0.22</c:v>
                </c:pt>
                <c:pt idx="749">
                  <c:v>0.22</c:v>
                </c:pt>
                <c:pt idx="750">
                  <c:v>0.22</c:v>
                </c:pt>
                <c:pt idx="751">
                  <c:v>0.2</c:v>
                </c:pt>
                <c:pt idx="752">
                  <c:v>0.2</c:v>
                </c:pt>
                <c:pt idx="753">
                  <c:v>0.2</c:v>
                </c:pt>
                <c:pt idx="754">
                  <c:v>0.2</c:v>
                </c:pt>
                <c:pt idx="755">
                  <c:v>0.18</c:v>
                </c:pt>
                <c:pt idx="756">
                  <c:v>0.18</c:v>
                </c:pt>
                <c:pt idx="757">
                  <c:v>0.2</c:v>
                </c:pt>
                <c:pt idx="758">
                  <c:v>0.2</c:v>
                </c:pt>
                <c:pt idx="759">
                  <c:v>0.16</c:v>
                </c:pt>
                <c:pt idx="760">
                  <c:v>0.14000000000000001</c:v>
                </c:pt>
                <c:pt idx="761">
                  <c:v>0.14000000000000001</c:v>
                </c:pt>
                <c:pt idx="762">
                  <c:v>0.14000000000000001</c:v>
                </c:pt>
                <c:pt idx="763">
                  <c:v>0.16</c:v>
                </c:pt>
                <c:pt idx="764">
                  <c:v>0.14000000000000001</c:v>
                </c:pt>
                <c:pt idx="765">
                  <c:v>0.14000000000000001</c:v>
                </c:pt>
                <c:pt idx="766">
                  <c:v>0.16</c:v>
                </c:pt>
                <c:pt idx="767">
                  <c:v>0.2</c:v>
                </c:pt>
                <c:pt idx="768">
                  <c:v>0.22</c:v>
                </c:pt>
                <c:pt idx="769">
                  <c:v>0.24</c:v>
                </c:pt>
                <c:pt idx="770">
                  <c:v>0.26</c:v>
                </c:pt>
                <c:pt idx="771">
                  <c:v>0.28000000000000003</c:v>
                </c:pt>
                <c:pt idx="772">
                  <c:v>0.28000000000000003</c:v>
                </c:pt>
                <c:pt idx="773">
                  <c:v>0.3</c:v>
                </c:pt>
                <c:pt idx="774">
                  <c:v>0.26</c:v>
                </c:pt>
                <c:pt idx="775">
                  <c:v>0.24</c:v>
                </c:pt>
                <c:pt idx="776">
                  <c:v>0.24</c:v>
                </c:pt>
                <c:pt idx="777">
                  <c:v>0.24</c:v>
                </c:pt>
                <c:pt idx="778">
                  <c:v>0.24</c:v>
                </c:pt>
                <c:pt idx="779">
                  <c:v>0.24</c:v>
                </c:pt>
                <c:pt idx="780">
                  <c:v>0.24</c:v>
                </c:pt>
                <c:pt idx="781">
                  <c:v>0.24</c:v>
                </c:pt>
                <c:pt idx="782">
                  <c:v>0.24</c:v>
                </c:pt>
                <c:pt idx="783">
                  <c:v>0.24</c:v>
                </c:pt>
                <c:pt idx="784">
                  <c:v>0.24</c:v>
                </c:pt>
                <c:pt idx="785">
                  <c:v>0.22</c:v>
                </c:pt>
                <c:pt idx="786">
                  <c:v>0.2</c:v>
                </c:pt>
                <c:pt idx="787">
                  <c:v>0.2</c:v>
                </c:pt>
                <c:pt idx="788">
                  <c:v>0.22</c:v>
                </c:pt>
                <c:pt idx="789">
                  <c:v>0.2</c:v>
                </c:pt>
                <c:pt idx="790">
                  <c:v>0.2</c:v>
                </c:pt>
                <c:pt idx="791">
                  <c:v>0.2</c:v>
                </c:pt>
                <c:pt idx="792">
                  <c:v>0.22</c:v>
                </c:pt>
                <c:pt idx="793">
                  <c:v>0.22</c:v>
                </c:pt>
                <c:pt idx="794">
                  <c:v>0.22</c:v>
                </c:pt>
                <c:pt idx="795">
                  <c:v>0.22</c:v>
                </c:pt>
                <c:pt idx="796">
                  <c:v>0.22</c:v>
                </c:pt>
                <c:pt idx="797">
                  <c:v>0.22</c:v>
                </c:pt>
                <c:pt idx="798">
                  <c:v>0.24</c:v>
                </c:pt>
                <c:pt idx="799">
                  <c:v>0.28000000000000003</c:v>
                </c:pt>
                <c:pt idx="800">
                  <c:v>0.28000000000000003</c:v>
                </c:pt>
                <c:pt idx="801">
                  <c:v>0.3</c:v>
                </c:pt>
                <c:pt idx="802">
                  <c:v>0.26</c:v>
                </c:pt>
                <c:pt idx="803">
                  <c:v>0.26</c:v>
                </c:pt>
                <c:pt idx="804">
                  <c:v>0.26</c:v>
                </c:pt>
                <c:pt idx="805">
                  <c:v>0.26</c:v>
                </c:pt>
                <c:pt idx="806">
                  <c:v>0.26</c:v>
                </c:pt>
                <c:pt idx="807">
                  <c:v>0.26</c:v>
                </c:pt>
                <c:pt idx="808">
                  <c:v>0.26</c:v>
                </c:pt>
                <c:pt idx="809">
                  <c:v>0.26</c:v>
                </c:pt>
                <c:pt idx="810">
                  <c:v>0.26</c:v>
                </c:pt>
                <c:pt idx="811">
                  <c:v>0.26</c:v>
                </c:pt>
                <c:pt idx="812">
                  <c:v>0.24</c:v>
                </c:pt>
                <c:pt idx="813">
                  <c:v>0.24</c:v>
                </c:pt>
                <c:pt idx="814">
                  <c:v>0.28000000000000003</c:v>
                </c:pt>
                <c:pt idx="815">
                  <c:v>0.3</c:v>
                </c:pt>
                <c:pt idx="816">
                  <c:v>0.32</c:v>
                </c:pt>
                <c:pt idx="817">
                  <c:v>0.34</c:v>
                </c:pt>
                <c:pt idx="818">
                  <c:v>0.34</c:v>
                </c:pt>
                <c:pt idx="819">
                  <c:v>0.34</c:v>
                </c:pt>
                <c:pt idx="820">
                  <c:v>0.34</c:v>
                </c:pt>
                <c:pt idx="821">
                  <c:v>0.34</c:v>
                </c:pt>
                <c:pt idx="822">
                  <c:v>0.34</c:v>
                </c:pt>
                <c:pt idx="823">
                  <c:v>0.3</c:v>
                </c:pt>
                <c:pt idx="824">
                  <c:v>0.28000000000000003</c:v>
                </c:pt>
                <c:pt idx="825">
                  <c:v>0.28000000000000003</c:v>
                </c:pt>
                <c:pt idx="826">
                  <c:v>0.26</c:v>
                </c:pt>
                <c:pt idx="827">
                  <c:v>0.26</c:v>
                </c:pt>
                <c:pt idx="828">
                  <c:v>0.24</c:v>
                </c:pt>
                <c:pt idx="829">
                  <c:v>0.24</c:v>
                </c:pt>
                <c:pt idx="830">
                  <c:v>0.22</c:v>
                </c:pt>
                <c:pt idx="831">
                  <c:v>0.2</c:v>
                </c:pt>
                <c:pt idx="832">
                  <c:v>0.2</c:v>
                </c:pt>
                <c:pt idx="833">
                  <c:v>0.2</c:v>
                </c:pt>
                <c:pt idx="834">
                  <c:v>0.2</c:v>
                </c:pt>
                <c:pt idx="835">
                  <c:v>0.18</c:v>
                </c:pt>
                <c:pt idx="836">
                  <c:v>0.18</c:v>
                </c:pt>
                <c:pt idx="837">
                  <c:v>0.16</c:v>
                </c:pt>
                <c:pt idx="838">
                  <c:v>0.22</c:v>
                </c:pt>
                <c:pt idx="839">
                  <c:v>0.24</c:v>
                </c:pt>
                <c:pt idx="840">
                  <c:v>0.3</c:v>
                </c:pt>
                <c:pt idx="841">
                  <c:v>0.32</c:v>
                </c:pt>
                <c:pt idx="842">
                  <c:v>0.36</c:v>
                </c:pt>
                <c:pt idx="843">
                  <c:v>0.36</c:v>
                </c:pt>
                <c:pt idx="844">
                  <c:v>0.38</c:v>
                </c:pt>
                <c:pt idx="845">
                  <c:v>0.36</c:v>
                </c:pt>
                <c:pt idx="846">
                  <c:v>0.32</c:v>
                </c:pt>
                <c:pt idx="847">
                  <c:v>0.34</c:v>
                </c:pt>
                <c:pt idx="848">
                  <c:v>0.32</c:v>
                </c:pt>
                <c:pt idx="849">
                  <c:v>0.32</c:v>
                </c:pt>
                <c:pt idx="850">
                  <c:v>0.32</c:v>
                </c:pt>
                <c:pt idx="851">
                  <c:v>0.28000000000000003</c:v>
                </c:pt>
                <c:pt idx="852">
                  <c:v>0.3</c:v>
                </c:pt>
                <c:pt idx="853">
                  <c:v>0.28000000000000003</c:v>
                </c:pt>
                <c:pt idx="854">
                  <c:v>0.28000000000000003</c:v>
                </c:pt>
                <c:pt idx="855">
                  <c:v>0.26</c:v>
                </c:pt>
                <c:pt idx="856">
                  <c:v>0.28000000000000003</c:v>
                </c:pt>
                <c:pt idx="857">
                  <c:v>0.26</c:v>
                </c:pt>
                <c:pt idx="858">
                  <c:v>0.26</c:v>
                </c:pt>
                <c:pt idx="859">
                  <c:v>0.26</c:v>
                </c:pt>
                <c:pt idx="860">
                  <c:v>0.24</c:v>
                </c:pt>
                <c:pt idx="861">
                  <c:v>0.24</c:v>
                </c:pt>
                <c:pt idx="862">
                  <c:v>0.24</c:v>
                </c:pt>
                <c:pt idx="863">
                  <c:v>0.22</c:v>
                </c:pt>
                <c:pt idx="864">
                  <c:v>0.22</c:v>
                </c:pt>
                <c:pt idx="865">
                  <c:v>0.24</c:v>
                </c:pt>
                <c:pt idx="866">
                  <c:v>0.24</c:v>
                </c:pt>
                <c:pt idx="867">
                  <c:v>0.22</c:v>
                </c:pt>
                <c:pt idx="868">
                  <c:v>0.22</c:v>
                </c:pt>
                <c:pt idx="869">
                  <c:v>0.22</c:v>
                </c:pt>
                <c:pt idx="870">
                  <c:v>0.22</c:v>
                </c:pt>
                <c:pt idx="871">
                  <c:v>0.2</c:v>
                </c:pt>
                <c:pt idx="872">
                  <c:v>0.16</c:v>
                </c:pt>
                <c:pt idx="873">
                  <c:v>0.16</c:v>
                </c:pt>
                <c:pt idx="874">
                  <c:v>0.14000000000000001</c:v>
                </c:pt>
                <c:pt idx="875">
                  <c:v>0.12</c:v>
                </c:pt>
                <c:pt idx="876">
                  <c:v>0.12</c:v>
                </c:pt>
                <c:pt idx="877">
                  <c:v>0.1</c:v>
                </c:pt>
                <c:pt idx="878">
                  <c:v>0.1</c:v>
                </c:pt>
                <c:pt idx="879">
                  <c:v>0.08</c:v>
                </c:pt>
                <c:pt idx="880">
                  <c:v>0.06</c:v>
                </c:pt>
                <c:pt idx="881">
                  <c:v>0.06</c:v>
                </c:pt>
                <c:pt idx="882">
                  <c:v>0.06</c:v>
                </c:pt>
                <c:pt idx="883">
                  <c:v>0.06</c:v>
                </c:pt>
                <c:pt idx="884">
                  <c:v>0.1</c:v>
                </c:pt>
                <c:pt idx="885">
                  <c:v>0.12</c:v>
                </c:pt>
                <c:pt idx="886">
                  <c:v>0.14000000000000001</c:v>
                </c:pt>
                <c:pt idx="887">
                  <c:v>0.14000000000000001</c:v>
                </c:pt>
                <c:pt idx="888">
                  <c:v>0.18</c:v>
                </c:pt>
                <c:pt idx="889">
                  <c:v>0.18</c:v>
                </c:pt>
                <c:pt idx="890">
                  <c:v>0.2</c:v>
                </c:pt>
                <c:pt idx="891">
                  <c:v>0.2</c:v>
                </c:pt>
                <c:pt idx="892">
                  <c:v>0.2</c:v>
                </c:pt>
                <c:pt idx="893">
                  <c:v>0.2</c:v>
                </c:pt>
                <c:pt idx="894">
                  <c:v>0.18</c:v>
                </c:pt>
                <c:pt idx="895">
                  <c:v>0.14000000000000001</c:v>
                </c:pt>
                <c:pt idx="896">
                  <c:v>0.14000000000000001</c:v>
                </c:pt>
                <c:pt idx="897">
                  <c:v>0.14000000000000001</c:v>
                </c:pt>
                <c:pt idx="898">
                  <c:v>0.16</c:v>
                </c:pt>
                <c:pt idx="899">
                  <c:v>0.16</c:v>
                </c:pt>
                <c:pt idx="900">
                  <c:v>0.14000000000000001</c:v>
                </c:pt>
                <c:pt idx="901">
                  <c:v>0.14000000000000001</c:v>
                </c:pt>
                <c:pt idx="902">
                  <c:v>0.14000000000000001</c:v>
                </c:pt>
                <c:pt idx="903">
                  <c:v>0.14000000000000001</c:v>
                </c:pt>
                <c:pt idx="904">
                  <c:v>0.12</c:v>
                </c:pt>
                <c:pt idx="905">
                  <c:v>0.12</c:v>
                </c:pt>
                <c:pt idx="906">
                  <c:v>0.1</c:v>
                </c:pt>
                <c:pt idx="907">
                  <c:v>0.1</c:v>
                </c:pt>
                <c:pt idx="908">
                  <c:v>0.12</c:v>
                </c:pt>
                <c:pt idx="909">
                  <c:v>0.12</c:v>
                </c:pt>
                <c:pt idx="910">
                  <c:v>0.14000000000000001</c:v>
                </c:pt>
                <c:pt idx="911">
                  <c:v>0.16</c:v>
                </c:pt>
                <c:pt idx="912">
                  <c:v>0.18</c:v>
                </c:pt>
                <c:pt idx="913">
                  <c:v>0.2</c:v>
                </c:pt>
                <c:pt idx="914">
                  <c:v>0.2</c:v>
                </c:pt>
                <c:pt idx="915">
                  <c:v>0.2</c:v>
                </c:pt>
                <c:pt idx="916">
                  <c:v>0.18</c:v>
                </c:pt>
                <c:pt idx="917">
                  <c:v>0.16</c:v>
                </c:pt>
                <c:pt idx="918">
                  <c:v>0.14000000000000001</c:v>
                </c:pt>
                <c:pt idx="919">
                  <c:v>0.14000000000000001</c:v>
                </c:pt>
                <c:pt idx="920">
                  <c:v>0.14000000000000001</c:v>
                </c:pt>
                <c:pt idx="921">
                  <c:v>0.12</c:v>
                </c:pt>
                <c:pt idx="922">
                  <c:v>0.12</c:v>
                </c:pt>
                <c:pt idx="923">
                  <c:v>0.1</c:v>
                </c:pt>
                <c:pt idx="924">
                  <c:v>0.1</c:v>
                </c:pt>
                <c:pt idx="925">
                  <c:v>0.1</c:v>
                </c:pt>
                <c:pt idx="926">
                  <c:v>0.08</c:v>
                </c:pt>
                <c:pt idx="927">
                  <c:v>0.1</c:v>
                </c:pt>
                <c:pt idx="928">
                  <c:v>0.08</c:v>
                </c:pt>
                <c:pt idx="929">
                  <c:v>0.1</c:v>
                </c:pt>
                <c:pt idx="930">
                  <c:v>0.12</c:v>
                </c:pt>
                <c:pt idx="931">
                  <c:v>0.14000000000000001</c:v>
                </c:pt>
                <c:pt idx="932">
                  <c:v>0.22</c:v>
                </c:pt>
                <c:pt idx="933">
                  <c:v>0.22</c:v>
                </c:pt>
                <c:pt idx="934">
                  <c:v>0.24</c:v>
                </c:pt>
                <c:pt idx="935">
                  <c:v>0.3</c:v>
                </c:pt>
                <c:pt idx="936">
                  <c:v>0.32</c:v>
                </c:pt>
                <c:pt idx="937">
                  <c:v>0.3</c:v>
                </c:pt>
                <c:pt idx="938">
                  <c:v>0.3</c:v>
                </c:pt>
                <c:pt idx="939">
                  <c:v>0.28000000000000003</c:v>
                </c:pt>
                <c:pt idx="940">
                  <c:v>0.26</c:v>
                </c:pt>
                <c:pt idx="941">
                  <c:v>0.22</c:v>
                </c:pt>
                <c:pt idx="942">
                  <c:v>0.2</c:v>
                </c:pt>
                <c:pt idx="943">
                  <c:v>0.2</c:v>
                </c:pt>
                <c:pt idx="944">
                  <c:v>0.18</c:v>
                </c:pt>
                <c:pt idx="945">
                  <c:v>0.16</c:v>
                </c:pt>
                <c:pt idx="946">
                  <c:v>0.14000000000000001</c:v>
                </c:pt>
                <c:pt idx="947">
                  <c:v>0.14000000000000001</c:v>
                </c:pt>
                <c:pt idx="948">
                  <c:v>0.12</c:v>
                </c:pt>
                <c:pt idx="949">
                  <c:v>0.12</c:v>
                </c:pt>
                <c:pt idx="950">
                  <c:v>0.12</c:v>
                </c:pt>
                <c:pt idx="951">
                  <c:v>0.12</c:v>
                </c:pt>
                <c:pt idx="952">
                  <c:v>0.12</c:v>
                </c:pt>
                <c:pt idx="953">
                  <c:v>0.14000000000000001</c:v>
                </c:pt>
                <c:pt idx="954">
                  <c:v>0.16</c:v>
                </c:pt>
                <c:pt idx="955">
                  <c:v>0.22</c:v>
                </c:pt>
                <c:pt idx="956">
                  <c:v>0.3</c:v>
                </c:pt>
                <c:pt idx="957">
                  <c:v>0.3</c:v>
                </c:pt>
                <c:pt idx="958">
                  <c:v>0.3</c:v>
                </c:pt>
                <c:pt idx="959">
                  <c:v>0.34</c:v>
                </c:pt>
                <c:pt idx="960">
                  <c:v>0.34</c:v>
                </c:pt>
                <c:pt idx="961">
                  <c:v>0.34</c:v>
                </c:pt>
                <c:pt idx="962">
                  <c:v>0.32</c:v>
                </c:pt>
                <c:pt idx="963">
                  <c:v>0.28000000000000003</c:v>
                </c:pt>
                <c:pt idx="964">
                  <c:v>0.28000000000000003</c:v>
                </c:pt>
                <c:pt idx="965">
                  <c:v>0.26</c:v>
                </c:pt>
                <c:pt idx="966">
                  <c:v>0.26</c:v>
                </c:pt>
                <c:pt idx="967">
                  <c:v>0.24</c:v>
                </c:pt>
                <c:pt idx="968">
                  <c:v>0.22</c:v>
                </c:pt>
                <c:pt idx="969">
                  <c:v>0.2</c:v>
                </c:pt>
                <c:pt idx="970">
                  <c:v>0.2</c:v>
                </c:pt>
                <c:pt idx="971">
                  <c:v>0.2</c:v>
                </c:pt>
                <c:pt idx="972">
                  <c:v>0.2</c:v>
                </c:pt>
                <c:pt idx="973">
                  <c:v>0.2</c:v>
                </c:pt>
                <c:pt idx="974">
                  <c:v>0.2</c:v>
                </c:pt>
                <c:pt idx="975">
                  <c:v>0.22</c:v>
                </c:pt>
                <c:pt idx="976">
                  <c:v>0.22</c:v>
                </c:pt>
                <c:pt idx="977">
                  <c:v>0.24</c:v>
                </c:pt>
                <c:pt idx="978">
                  <c:v>0.3</c:v>
                </c:pt>
                <c:pt idx="979">
                  <c:v>0.32</c:v>
                </c:pt>
                <c:pt idx="980">
                  <c:v>0.36</c:v>
                </c:pt>
                <c:pt idx="981">
                  <c:v>0.38</c:v>
                </c:pt>
                <c:pt idx="982">
                  <c:v>0.4</c:v>
                </c:pt>
                <c:pt idx="983">
                  <c:v>0.4</c:v>
                </c:pt>
                <c:pt idx="984">
                  <c:v>0.42</c:v>
                </c:pt>
                <c:pt idx="985">
                  <c:v>0.42</c:v>
                </c:pt>
                <c:pt idx="986">
                  <c:v>0.4</c:v>
                </c:pt>
                <c:pt idx="987">
                  <c:v>0.4</c:v>
                </c:pt>
                <c:pt idx="988">
                  <c:v>0.4</c:v>
                </c:pt>
                <c:pt idx="989">
                  <c:v>0.4</c:v>
                </c:pt>
                <c:pt idx="990">
                  <c:v>0.4</c:v>
                </c:pt>
                <c:pt idx="991">
                  <c:v>0.4</c:v>
                </c:pt>
                <c:pt idx="992">
                  <c:v>0.38</c:v>
                </c:pt>
                <c:pt idx="993">
                  <c:v>0.38</c:v>
                </c:pt>
                <c:pt idx="994">
                  <c:v>0.36</c:v>
                </c:pt>
                <c:pt idx="995">
                  <c:v>0.34</c:v>
                </c:pt>
                <c:pt idx="996">
                  <c:v>0.32</c:v>
                </c:pt>
                <c:pt idx="997">
                  <c:v>0.32</c:v>
                </c:pt>
                <c:pt idx="998">
                  <c:v>0.34</c:v>
                </c:pt>
                <c:pt idx="999">
                  <c:v>0.34</c:v>
                </c:pt>
              </c:numCache>
            </c:numRef>
          </c:xVal>
          <c:yVal>
            <c:numRef>
              <c:f>dataset_1!$P$2:$P$1001</c:f>
              <c:numCache>
                <c:formatCode>General</c:formatCode>
                <c:ptCount val="1000"/>
                <c:pt idx="0">
                  <c:v>16</c:v>
                </c:pt>
                <c:pt idx="1">
                  <c:v>40</c:v>
                </c:pt>
                <c:pt idx="2">
                  <c:v>32</c:v>
                </c:pt>
                <c:pt idx="3">
                  <c:v>13</c:v>
                </c:pt>
                <c:pt idx="4">
                  <c:v>1</c:v>
                </c:pt>
                <c:pt idx="5">
                  <c:v>1</c:v>
                </c:pt>
                <c:pt idx="6">
                  <c:v>2</c:v>
                </c:pt>
                <c:pt idx="7">
                  <c:v>3</c:v>
                </c:pt>
                <c:pt idx="8">
                  <c:v>8</c:v>
                </c:pt>
                <c:pt idx="9">
                  <c:v>14</c:v>
                </c:pt>
                <c:pt idx="10">
                  <c:v>36</c:v>
                </c:pt>
                <c:pt idx="11">
                  <c:v>56</c:v>
                </c:pt>
                <c:pt idx="12">
                  <c:v>84</c:v>
                </c:pt>
                <c:pt idx="13">
                  <c:v>94</c:v>
                </c:pt>
                <c:pt idx="14">
                  <c:v>106</c:v>
                </c:pt>
                <c:pt idx="15">
                  <c:v>110</c:v>
                </c:pt>
                <c:pt idx="16">
                  <c:v>93</c:v>
                </c:pt>
                <c:pt idx="17">
                  <c:v>67</c:v>
                </c:pt>
                <c:pt idx="18">
                  <c:v>35</c:v>
                </c:pt>
                <c:pt idx="19">
                  <c:v>37</c:v>
                </c:pt>
                <c:pt idx="20">
                  <c:v>36</c:v>
                </c:pt>
                <c:pt idx="21">
                  <c:v>34</c:v>
                </c:pt>
                <c:pt idx="22">
                  <c:v>28</c:v>
                </c:pt>
                <c:pt idx="23">
                  <c:v>39</c:v>
                </c:pt>
                <c:pt idx="24">
                  <c:v>17</c:v>
                </c:pt>
                <c:pt idx="25">
                  <c:v>17</c:v>
                </c:pt>
                <c:pt idx="26">
                  <c:v>9</c:v>
                </c:pt>
                <c:pt idx="27">
                  <c:v>6</c:v>
                </c:pt>
                <c:pt idx="28">
                  <c:v>3</c:v>
                </c:pt>
                <c:pt idx="29">
                  <c:v>2</c:v>
                </c:pt>
                <c:pt idx="30">
                  <c:v>1</c:v>
                </c:pt>
                <c:pt idx="31">
                  <c:v>8</c:v>
                </c:pt>
                <c:pt idx="32">
                  <c:v>20</c:v>
                </c:pt>
                <c:pt idx="33">
                  <c:v>53</c:v>
                </c:pt>
                <c:pt idx="34">
                  <c:v>70</c:v>
                </c:pt>
                <c:pt idx="35">
                  <c:v>93</c:v>
                </c:pt>
                <c:pt idx="36">
                  <c:v>75</c:v>
                </c:pt>
                <c:pt idx="37">
                  <c:v>59</c:v>
                </c:pt>
                <c:pt idx="38">
                  <c:v>74</c:v>
                </c:pt>
                <c:pt idx="39">
                  <c:v>76</c:v>
                </c:pt>
                <c:pt idx="40">
                  <c:v>65</c:v>
                </c:pt>
                <c:pt idx="41">
                  <c:v>53</c:v>
                </c:pt>
                <c:pt idx="42">
                  <c:v>30</c:v>
                </c:pt>
                <c:pt idx="43">
                  <c:v>22</c:v>
                </c:pt>
                <c:pt idx="44">
                  <c:v>31</c:v>
                </c:pt>
                <c:pt idx="45">
                  <c:v>9</c:v>
                </c:pt>
                <c:pt idx="46">
                  <c:v>8</c:v>
                </c:pt>
                <c:pt idx="47">
                  <c:v>5</c:v>
                </c:pt>
                <c:pt idx="48">
                  <c:v>2</c:v>
                </c:pt>
                <c:pt idx="49">
                  <c:v>1</c:v>
                </c:pt>
                <c:pt idx="50">
                  <c:v>3</c:v>
                </c:pt>
                <c:pt idx="51">
                  <c:v>30</c:v>
                </c:pt>
                <c:pt idx="52">
                  <c:v>64</c:v>
                </c:pt>
                <c:pt idx="53">
                  <c:v>154</c:v>
                </c:pt>
                <c:pt idx="54">
                  <c:v>88</c:v>
                </c:pt>
                <c:pt idx="55">
                  <c:v>44</c:v>
                </c:pt>
                <c:pt idx="56">
                  <c:v>51</c:v>
                </c:pt>
                <c:pt idx="57">
                  <c:v>61</c:v>
                </c:pt>
                <c:pt idx="58">
                  <c:v>61</c:v>
                </c:pt>
                <c:pt idx="59">
                  <c:v>77</c:v>
                </c:pt>
                <c:pt idx="60">
                  <c:v>72</c:v>
                </c:pt>
                <c:pt idx="61">
                  <c:v>76</c:v>
                </c:pt>
                <c:pt idx="62">
                  <c:v>157</c:v>
                </c:pt>
                <c:pt idx="63">
                  <c:v>157</c:v>
                </c:pt>
                <c:pt idx="64">
                  <c:v>110</c:v>
                </c:pt>
                <c:pt idx="65">
                  <c:v>52</c:v>
                </c:pt>
                <c:pt idx="66">
                  <c:v>52</c:v>
                </c:pt>
                <c:pt idx="67">
                  <c:v>20</c:v>
                </c:pt>
                <c:pt idx="68">
                  <c:v>12</c:v>
                </c:pt>
                <c:pt idx="69">
                  <c:v>5</c:v>
                </c:pt>
                <c:pt idx="70">
                  <c:v>2</c:v>
                </c:pt>
                <c:pt idx="71">
                  <c:v>1</c:v>
                </c:pt>
                <c:pt idx="72">
                  <c:v>2</c:v>
                </c:pt>
                <c:pt idx="73">
                  <c:v>4</c:v>
                </c:pt>
                <c:pt idx="74">
                  <c:v>36</c:v>
                </c:pt>
                <c:pt idx="75">
                  <c:v>94</c:v>
                </c:pt>
                <c:pt idx="76">
                  <c:v>179</c:v>
                </c:pt>
                <c:pt idx="77">
                  <c:v>100</c:v>
                </c:pt>
                <c:pt idx="78">
                  <c:v>42</c:v>
                </c:pt>
                <c:pt idx="79">
                  <c:v>57</c:v>
                </c:pt>
                <c:pt idx="80">
                  <c:v>78</c:v>
                </c:pt>
                <c:pt idx="81">
                  <c:v>97</c:v>
                </c:pt>
                <c:pt idx="82">
                  <c:v>63</c:v>
                </c:pt>
                <c:pt idx="83">
                  <c:v>65</c:v>
                </c:pt>
                <c:pt idx="84">
                  <c:v>83</c:v>
                </c:pt>
                <c:pt idx="85">
                  <c:v>212</c:v>
                </c:pt>
                <c:pt idx="86">
                  <c:v>182</c:v>
                </c:pt>
                <c:pt idx="87">
                  <c:v>112</c:v>
                </c:pt>
                <c:pt idx="88">
                  <c:v>54</c:v>
                </c:pt>
                <c:pt idx="89">
                  <c:v>48</c:v>
                </c:pt>
                <c:pt idx="90">
                  <c:v>35</c:v>
                </c:pt>
                <c:pt idx="91">
                  <c:v>11</c:v>
                </c:pt>
                <c:pt idx="92">
                  <c:v>6</c:v>
                </c:pt>
                <c:pt idx="93">
                  <c:v>6</c:v>
                </c:pt>
                <c:pt idx="94">
                  <c:v>2</c:v>
                </c:pt>
                <c:pt idx="95">
                  <c:v>2</c:v>
                </c:pt>
                <c:pt idx="96">
                  <c:v>3</c:v>
                </c:pt>
                <c:pt idx="97">
                  <c:v>33</c:v>
                </c:pt>
                <c:pt idx="98">
                  <c:v>88</c:v>
                </c:pt>
                <c:pt idx="99">
                  <c:v>195</c:v>
                </c:pt>
                <c:pt idx="100">
                  <c:v>115</c:v>
                </c:pt>
                <c:pt idx="101">
                  <c:v>57</c:v>
                </c:pt>
                <c:pt idx="102">
                  <c:v>46</c:v>
                </c:pt>
                <c:pt idx="103">
                  <c:v>79</c:v>
                </c:pt>
                <c:pt idx="104">
                  <c:v>71</c:v>
                </c:pt>
                <c:pt idx="105">
                  <c:v>62</c:v>
                </c:pt>
                <c:pt idx="106">
                  <c:v>62</c:v>
                </c:pt>
                <c:pt idx="107">
                  <c:v>89</c:v>
                </c:pt>
                <c:pt idx="108">
                  <c:v>190</c:v>
                </c:pt>
                <c:pt idx="109">
                  <c:v>169</c:v>
                </c:pt>
                <c:pt idx="110">
                  <c:v>132</c:v>
                </c:pt>
                <c:pt idx="111">
                  <c:v>89</c:v>
                </c:pt>
                <c:pt idx="112">
                  <c:v>43</c:v>
                </c:pt>
                <c:pt idx="113">
                  <c:v>42</c:v>
                </c:pt>
                <c:pt idx="114">
                  <c:v>19</c:v>
                </c:pt>
                <c:pt idx="115">
                  <c:v>11</c:v>
                </c:pt>
                <c:pt idx="116">
                  <c:v>4</c:v>
                </c:pt>
                <c:pt idx="117">
                  <c:v>2</c:v>
                </c:pt>
                <c:pt idx="118">
                  <c:v>1</c:v>
                </c:pt>
                <c:pt idx="119">
                  <c:v>4</c:v>
                </c:pt>
                <c:pt idx="120">
                  <c:v>36</c:v>
                </c:pt>
                <c:pt idx="121">
                  <c:v>95</c:v>
                </c:pt>
                <c:pt idx="122">
                  <c:v>219</c:v>
                </c:pt>
                <c:pt idx="123">
                  <c:v>122</c:v>
                </c:pt>
                <c:pt idx="124">
                  <c:v>45</c:v>
                </c:pt>
                <c:pt idx="125">
                  <c:v>59</c:v>
                </c:pt>
                <c:pt idx="126">
                  <c:v>84</c:v>
                </c:pt>
                <c:pt idx="127">
                  <c:v>67</c:v>
                </c:pt>
                <c:pt idx="128">
                  <c:v>70</c:v>
                </c:pt>
                <c:pt idx="129">
                  <c:v>62</c:v>
                </c:pt>
                <c:pt idx="130">
                  <c:v>86</c:v>
                </c:pt>
                <c:pt idx="131">
                  <c:v>172</c:v>
                </c:pt>
                <c:pt idx="132">
                  <c:v>163</c:v>
                </c:pt>
                <c:pt idx="133">
                  <c:v>112</c:v>
                </c:pt>
                <c:pt idx="134">
                  <c:v>69</c:v>
                </c:pt>
                <c:pt idx="135">
                  <c:v>48</c:v>
                </c:pt>
                <c:pt idx="136">
                  <c:v>52</c:v>
                </c:pt>
                <c:pt idx="137">
                  <c:v>23</c:v>
                </c:pt>
                <c:pt idx="138">
                  <c:v>17</c:v>
                </c:pt>
                <c:pt idx="139">
                  <c:v>7</c:v>
                </c:pt>
                <c:pt idx="140">
                  <c:v>1</c:v>
                </c:pt>
                <c:pt idx="141">
                  <c:v>1</c:v>
                </c:pt>
                <c:pt idx="142">
                  <c:v>5</c:v>
                </c:pt>
                <c:pt idx="143">
                  <c:v>34</c:v>
                </c:pt>
                <c:pt idx="144">
                  <c:v>84</c:v>
                </c:pt>
                <c:pt idx="145">
                  <c:v>210</c:v>
                </c:pt>
                <c:pt idx="146">
                  <c:v>134</c:v>
                </c:pt>
                <c:pt idx="147">
                  <c:v>63</c:v>
                </c:pt>
                <c:pt idx="148">
                  <c:v>67</c:v>
                </c:pt>
                <c:pt idx="149">
                  <c:v>59</c:v>
                </c:pt>
                <c:pt idx="150">
                  <c:v>73</c:v>
                </c:pt>
                <c:pt idx="151">
                  <c:v>50</c:v>
                </c:pt>
                <c:pt idx="152">
                  <c:v>72</c:v>
                </c:pt>
                <c:pt idx="153">
                  <c:v>87</c:v>
                </c:pt>
                <c:pt idx="154">
                  <c:v>187</c:v>
                </c:pt>
                <c:pt idx="155">
                  <c:v>123</c:v>
                </c:pt>
                <c:pt idx="156">
                  <c:v>95</c:v>
                </c:pt>
                <c:pt idx="157">
                  <c:v>51</c:v>
                </c:pt>
                <c:pt idx="158">
                  <c:v>39</c:v>
                </c:pt>
                <c:pt idx="159">
                  <c:v>36</c:v>
                </c:pt>
                <c:pt idx="160">
                  <c:v>15</c:v>
                </c:pt>
                <c:pt idx="161">
                  <c:v>25</c:v>
                </c:pt>
                <c:pt idx="162">
                  <c:v>16</c:v>
                </c:pt>
                <c:pt idx="163">
                  <c:v>16</c:v>
                </c:pt>
                <c:pt idx="164">
                  <c:v>7</c:v>
                </c:pt>
                <c:pt idx="165">
                  <c:v>1</c:v>
                </c:pt>
                <c:pt idx="166">
                  <c:v>5</c:v>
                </c:pt>
                <c:pt idx="167">
                  <c:v>2</c:v>
                </c:pt>
                <c:pt idx="168">
                  <c:v>9</c:v>
                </c:pt>
                <c:pt idx="169">
                  <c:v>15</c:v>
                </c:pt>
                <c:pt idx="170">
                  <c:v>20</c:v>
                </c:pt>
                <c:pt idx="171">
                  <c:v>61</c:v>
                </c:pt>
                <c:pt idx="172">
                  <c:v>62</c:v>
                </c:pt>
                <c:pt idx="173">
                  <c:v>98</c:v>
                </c:pt>
                <c:pt idx="174">
                  <c:v>102</c:v>
                </c:pt>
                <c:pt idx="175">
                  <c:v>95</c:v>
                </c:pt>
                <c:pt idx="176">
                  <c:v>74</c:v>
                </c:pt>
                <c:pt idx="177">
                  <c:v>76</c:v>
                </c:pt>
                <c:pt idx="178">
                  <c:v>69</c:v>
                </c:pt>
                <c:pt idx="179">
                  <c:v>55</c:v>
                </c:pt>
                <c:pt idx="180">
                  <c:v>30</c:v>
                </c:pt>
                <c:pt idx="181">
                  <c:v>28</c:v>
                </c:pt>
                <c:pt idx="182">
                  <c:v>37</c:v>
                </c:pt>
                <c:pt idx="183">
                  <c:v>34</c:v>
                </c:pt>
                <c:pt idx="184">
                  <c:v>22</c:v>
                </c:pt>
                <c:pt idx="185">
                  <c:v>25</c:v>
                </c:pt>
                <c:pt idx="186">
                  <c:v>12</c:v>
                </c:pt>
                <c:pt idx="187">
                  <c:v>11</c:v>
                </c:pt>
                <c:pt idx="188">
                  <c:v>4</c:v>
                </c:pt>
                <c:pt idx="189">
                  <c:v>1</c:v>
                </c:pt>
                <c:pt idx="190">
                  <c:v>1</c:v>
                </c:pt>
                <c:pt idx="191">
                  <c:v>1</c:v>
                </c:pt>
                <c:pt idx="192">
                  <c:v>6</c:v>
                </c:pt>
                <c:pt idx="193">
                  <c:v>10</c:v>
                </c:pt>
                <c:pt idx="194">
                  <c:v>19</c:v>
                </c:pt>
                <c:pt idx="195">
                  <c:v>49</c:v>
                </c:pt>
                <c:pt idx="196">
                  <c:v>49</c:v>
                </c:pt>
                <c:pt idx="197">
                  <c:v>83</c:v>
                </c:pt>
                <c:pt idx="198">
                  <c:v>75</c:v>
                </c:pt>
                <c:pt idx="199">
                  <c:v>72</c:v>
                </c:pt>
                <c:pt idx="200">
                  <c:v>82</c:v>
                </c:pt>
                <c:pt idx="201">
                  <c:v>92</c:v>
                </c:pt>
                <c:pt idx="202">
                  <c:v>62</c:v>
                </c:pt>
                <c:pt idx="203">
                  <c:v>48</c:v>
                </c:pt>
                <c:pt idx="204">
                  <c:v>41</c:v>
                </c:pt>
                <c:pt idx="205">
                  <c:v>38</c:v>
                </c:pt>
                <c:pt idx="206">
                  <c:v>20</c:v>
                </c:pt>
                <c:pt idx="207">
                  <c:v>15</c:v>
                </c:pt>
                <c:pt idx="208">
                  <c:v>6</c:v>
                </c:pt>
                <c:pt idx="209">
                  <c:v>5</c:v>
                </c:pt>
                <c:pt idx="210">
                  <c:v>1</c:v>
                </c:pt>
                <c:pt idx="211">
                  <c:v>3</c:v>
                </c:pt>
                <c:pt idx="212">
                  <c:v>1</c:v>
                </c:pt>
                <c:pt idx="213">
                  <c:v>3</c:v>
                </c:pt>
                <c:pt idx="214">
                  <c:v>3</c:v>
                </c:pt>
                <c:pt idx="215">
                  <c:v>31</c:v>
                </c:pt>
                <c:pt idx="216">
                  <c:v>77</c:v>
                </c:pt>
                <c:pt idx="217">
                  <c:v>188</c:v>
                </c:pt>
                <c:pt idx="218">
                  <c:v>94</c:v>
                </c:pt>
                <c:pt idx="219">
                  <c:v>31</c:v>
                </c:pt>
                <c:pt idx="220">
                  <c:v>30</c:v>
                </c:pt>
                <c:pt idx="221">
                  <c:v>52</c:v>
                </c:pt>
                <c:pt idx="222">
                  <c:v>54</c:v>
                </c:pt>
                <c:pt idx="223">
                  <c:v>47</c:v>
                </c:pt>
                <c:pt idx="224">
                  <c:v>45</c:v>
                </c:pt>
                <c:pt idx="225">
                  <c:v>74</c:v>
                </c:pt>
                <c:pt idx="226">
                  <c:v>178</c:v>
                </c:pt>
                <c:pt idx="227">
                  <c:v>155</c:v>
                </c:pt>
                <c:pt idx="228">
                  <c:v>95</c:v>
                </c:pt>
                <c:pt idx="229">
                  <c:v>74</c:v>
                </c:pt>
                <c:pt idx="230">
                  <c:v>38</c:v>
                </c:pt>
                <c:pt idx="231">
                  <c:v>24</c:v>
                </c:pt>
                <c:pt idx="232">
                  <c:v>18</c:v>
                </c:pt>
                <c:pt idx="233">
                  <c:v>12</c:v>
                </c:pt>
                <c:pt idx="234">
                  <c:v>3</c:v>
                </c:pt>
                <c:pt idx="235">
                  <c:v>3</c:v>
                </c:pt>
                <c:pt idx="236">
                  <c:v>6</c:v>
                </c:pt>
                <c:pt idx="237">
                  <c:v>27</c:v>
                </c:pt>
                <c:pt idx="238">
                  <c:v>99</c:v>
                </c:pt>
                <c:pt idx="239">
                  <c:v>217</c:v>
                </c:pt>
                <c:pt idx="240">
                  <c:v>130</c:v>
                </c:pt>
                <c:pt idx="241">
                  <c:v>54</c:v>
                </c:pt>
                <c:pt idx="242">
                  <c:v>35</c:v>
                </c:pt>
                <c:pt idx="243">
                  <c:v>57</c:v>
                </c:pt>
                <c:pt idx="244">
                  <c:v>52</c:v>
                </c:pt>
                <c:pt idx="245">
                  <c:v>63</c:v>
                </c:pt>
                <c:pt idx="246">
                  <c:v>47</c:v>
                </c:pt>
                <c:pt idx="247">
                  <c:v>76</c:v>
                </c:pt>
                <c:pt idx="248">
                  <c:v>136</c:v>
                </c:pt>
                <c:pt idx="249">
                  <c:v>95</c:v>
                </c:pt>
                <c:pt idx="250">
                  <c:v>51</c:v>
                </c:pt>
                <c:pt idx="251">
                  <c:v>32</c:v>
                </c:pt>
                <c:pt idx="252">
                  <c:v>20</c:v>
                </c:pt>
                <c:pt idx="253">
                  <c:v>29</c:v>
                </c:pt>
                <c:pt idx="254">
                  <c:v>19</c:v>
                </c:pt>
                <c:pt idx="255">
                  <c:v>7</c:v>
                </c:pt>
                <c:pt idx="256">
                  <c:v>6</c:v>
                </c:pt>
                <c:pt idx="257">
                  <c:v>1</c:v>
                </c:pt>
                <c:pt idx="258">
                  <c:v>5</c:v>
                </c:pt>
                <c:pt idx="259">
                  <c:v>16</c:v>
                </c:pt>
                <c:pt idx="260">
                  <c:v>54</c:v>
                </c:pt>
                <c:pt idx="261">
                  <c:v>128</c:v>
                </c:pt>
                <c:pt idx="262">
                  <c:v>81</c:v>
                </c:pt>
                <c:pt idx="263">
                  <c:v>39</c:v>
                </c:pt>
                <c:pt idx="264">
                  <c:v>35</c:v>
                </c:pt>
                <c:pt idx="265">
                  <c:v>55</c:v>
                </c:pt>
                <c:pt idx="266">
                  <c:v>49</c:v>
                </c:pt>
                <c:pt idx="267">
                  <c:v>44</c:v>
                </c:pt>
                <c:pt idx="268">
                  <c:v>49</c:v>
                </c:pt>
                <c:pt idx="269">
                  <c:v>68</c:v>
                </c:pt>
                <c:pt idx="270">
                  <c:v>139</c:v>
                </c:pt>
                <c:pt idx="271">
                  <c:v>137</c:v>
                </c:pt>
                <c:pt idx="272">
                  <c:v>83</c:v>
                </c:pt>
                <c:pt idx="273">
                  <c:v>56</c:v>
                </c:pt>
                <c:pt idx="274">
                  <c:v>57</c:v>
                </c:pt>
                <c:pt idx="275">
                  <c:v>33</c:v>
                </c:pt>
                <c:pt idx="276">
                  <c:v>20</c:v>
                </c:pt>
                <c:pt idx="277">
                  <c:v>7</c:v>
                </c:pt>
                <c:pt idx="278">
                  <c:v>2</c:v>
                </c:pt>
                <c:pt idx="279">
                  <c:v>2</c:v>
                </c:pt>
                <c:pt idx="280">
                  <c:v>3</c:v>
                </c:pt>
                <c:pt idx="281">
                  <c:v>4</c:v>
                </c:pt>
                <c:pt idx="282">
                  <c:v>3</c:v>
                </c:pt>
                <c:pt idx="283">
                  <c:v>28</c:v>
                </c:pt>
                <c:pt idx="284">
                  <c:v>72</c:v>
                </c:pt>
                <c:pt idx="285">
                  <c:v>202</c:v>
                </c:pt>
                <c:pt idx="286">
                  <c:v>139</c:v>
                </c:pt>
                <c:pt idx="287">
                  <c:v>38</c:v>
                </c:pt>
                <c:pt idx="288">
                  <c:v>37</c:v>
                </c:pt>
                <c:pt idx="289">
                  <c:v>52</c:v>
                </c:pt>
                <c:pt idx="290">
                  <c:v>83</c:v>
                </c:pt>
                <c:pt idx="291">
                  <c:v>42</c:v>
                </c:pt>
                <c:pt idx="292">
                  <c:v>60</c:v>
                </c:pt>
                <c:pt idx="293">
                  <c:v>78</c:v>
                </c:pt>
                <c:pt idx="294">
                  <c:v>162</c:v>
                </c:pt>
                <c:pt idx="295">
                  <c:v>144</c:v>
                </c:pt>
                <c:pt idx="296">
                  <c:v>99</c:v>
                </c:pt>
                <c:pt idx="297">
                  <c:v>64</c:v>
                </c:pt>
                <c:pt idx="298">
                  <c:v>40</c:v>
                </c:pt>
                <c:pt idx="299">
                  <c:v>30</c:v>
                </c:pt>
                <c:pt idx="300">
                  <c:v>15</c:v>
                </c:pt>
                <c:pt idx="301">
                  <c:v>14</c:v>
                </c:pt>
                <c:pt idx="302">
                  <c:v>5</c:v>
                </c:pt>
                <c:pt idx="303">
                  <c:v>1</c:v>
                </c:pt>
                <c:pt idx="304">
                  <c:v>1</c:v>
                </c:pt>
                <c:pt idx="305">
                  <c:v>8</c:v>
                </c:pt>
                <c:pt idx="306">
                  <c:v>17</c:v>
                </c:pt>
                <c:pt idx="307">
                  <c:v>70</c:v>
                </c:pt>
                <c:pt idx="308">
                  <c:v>158</c:v>
                </c:pt>
                <c:pt idx="309">
                  <c:v>117</c:v>
                </c:pt>
                <c:pt idx="310">
                  <c:v>44</c:v>
                </c:pt>
                <c:pt idx="311">
                  <c:v>53</c:v>
                </c:pt>
                <c:pt idx="312">
                  <c:v>61</c:v>
                </c:pt>
                <c:pt idx="313">
                  <c:v>77</c:v>
                </c:pt>
                <c:pt idx="314">
                  <c:v>64</c:v>
                </c:pt>
                <c:pt idx="315">
                  <c:v>68</c:v>
                </c:pt>
                <c:pt idx="316">
                  <c:v>90</c:v>
                </c:pt>
                <c:pt idx="317">
                  <c:v>159</c:v>
                </c:pt>
                <c:pt idx="318">
                  <c:v>139</c:v>
                </c:pt>
                <c:pt idx="319">
                  <c:v>92</c:v>
                </c:pt>
                <c:pt idx="320">
                  <c:v>68</c:v>
                </c:pt>
                <c:pt idx="321">
                  <c:v>52</c:v>
                </c:pt>
                <c:pt idx="322">
                  <c:v>36</c:v>
                </c:pt>
                <c:pt idx="323">
                  <c:v>27</c:v>
                </c:pt>
                <c:pt idx="324">
                  <c:v>28</c:v>
                </c:pt>
                <c:pt idx="325">
                  <c:v>20</c:v>
                </c:pt>
                <c:pt idx="326">
                  <c:v>12</c:v>
                </c:pt>
                <c:pt idx="327">
                  <c:v>8</c:v>
                </c:pt>
                <c:pt idx="328">
                  <c:v>5</c:v>
                </c:pt>
                <c:pt idx="329">
                  <c:v>1</c:v>
                </c:pt>
                <c:pt idx="330">
                  <c:v>3</c:v>
                </c:pt>
                <c:pt idx="331">
                  <c:v>10</c:v>
                </c:pt>
                <c:pt idx="332">
                  <c:v>23</c:v>
                </c:pt>
                <c:pt idx="333">
                  <c:v>33</c:v>
                </c:pt>
                <c:pt idx="334">
                  <c:v>59</c:v>
                </c:pt>
                <c:pt idx="335">
                  <c:v>72</c:v>
                </c:pt>
                <c:pt idx="336">
                  <c:v>89</c:v>
                </c:pt>
                <c:pt idx="337">
                  <c:v>101</c:v>
                </c:pt>
                <c:pt idx="338">
                  <c:v>118</c:v>
                </c:pt>
                <c:pt idx="339">
                  <c:v>129</c:v>
                </c:pt>
                <c:pt idx="340">
                  <c:v>128</c:v>
                </c:pt>
                <c:pt idx="341">
                  <c:v>83</c:v>
                </c:pt>
                <c:pt idx="342">
                  <c:v>84</c:v>
                </c:pt>
                <c:pt idx="343">
                  <c:v>74</c:v>
                </c:pt>
                <c:pt idx="344">
                  <c:v>41</c:v>
                </c:pt>
                <c:pt idx="345">
                  <c:v>57</c:v>
                </c:pt>
                <c:pt idx="346">
                  <c:v>26</c:v>
                </c:pt>
                <c:pt idx="347">
                  <c:v>44</c:v>
                </c:pt>
                <c:pt idx="348">
                  <c:v>39</c:v>
                </c:pt>
                <c:pt idx="349">
                  <c:v>23</c:v>
                </c:pt>
                <c:pt idx="350">
                  <c:v>16</c:v>
                </c:pt>
                <c:pt idx="351">
                  <c:v>15</c:v>
                </c:pt>
                <c:pt idx="352">
                  <c:v>1</c:v>
                </c:pt>
                <c:pt idx="353">
                  <c:v>2</c:v>
                </c:pt>
                <c:pt idx="354">
                  <c:v>1</c:v>
                </c:pt>
                <c:pt idx="355">
                  <c:v>3</c:v>
                </c:pt>
                <c:pt idx="356">
                  <c:v>18</c:v>
                </c:pt>
                <c:pt idx="357">
                  <c:v>32</c:v>
                </c:pt>
                <c:pt idx="358">
                  <c:v>79</c:v>
                </c:pt>
                <c:pt idx="359">
                  <c:v>93</c:v>
                </c:pt>
                <c:pt idx="360">
                  <c:v>104</c:v>
                </c:pt>
                <c:pt idx="361">
                  <c:v>118</c:v>
                </c:pt>
                <c:pt idx="362">
                  <c:v>91</c:v>
                </c:pt>
                <c:pt idx="363">
                  <c:v>113</c:v>
                </c:pt>
                <c:pt idx="364">
                  <c:v>99</c:v>
                </c:pt>
                <c:pt idx="365">
                  <c:v>105</c:v>
                </c:pt>
                <c:pt idx="366">
                  <c:v>67</c:v>
                </c:pt>
                <c:pt idx="367">
                  <c:v>61</c:v>
                </c:pt>
                <c:pt idx="368">
                  <c:v>57</c:v>
                </c:pt>
                <c:pt idx="369">
                  <c:v>28</c:v>
                </c:pt>
                <c:pt idx="370">
                  <c:v>21</c:v>
                </c:pt>
                <c:pt idx="371">
                  <c:v>18</c:v>
                </c:pt>
                <c:pt idx="372">
                  <c:v>17</c:v>
                </c:pt>
                <c:pt idx="373">
                  <c:v>16</c:v>
                </c:pt>
                <c:pt idx="374">
                  <c:v>8</c:v>
                </c:pt>
                <c:pt idx="375">
                  <c:v>2</c:v>
                </c:pt>
                <c:pt idx="376">
                  <c:v>3</c:v>
                </c:pt>
                <c:pt idx="377">
                  <c:v>1</c:v>
                </c:pt>
                <c:pt idx="378">
                  <c:v>5</c:v>
                </c:pt>
                <c:pt idx="379">
                  <c:v>13</c:v>
                </c:pt>
                <c:pt idx="380">
                  <c:v>33</c:v>
                </c:pt>
                <c:pt idx="381">
                  <c:v>47</c:v>
                </c:pt>
                <c:pt idx="382">
                  <c:v>57</c:v>
                </c:pt>
                <c:pt idx="383">
                  <c:v>64</c:v>
                </c:pt>
                <c:pt idx="384">
                  <c:v>80</c:v>
                </c:pt>
                <c:pt idx="385">
                  <c:v>93</c:v>
                </c:pt>
                <c:pt idx="386">
                  <c:v>86</c:v>
                </c:pt>
                <c:pt idx="387">
                  <c:v>93</c:v>
                </c:pt>
                <c:pt idx="388">
                  <c:v>82</c:v>
                </c:pt>
                <c:pt idx="389">
                  <c:v>71</c:v>
                </c:pt>
                <c:pt idx="390">
                  <c:v>92</c:v>
                </c:pt>
                <c:pt idx="391">
                  <c:v>60</c:v>
                </c:pt>
                <c:pt idx="392">
                  <c:v>33</c:v>
                </c:pt>
                <c:pt idx="393">
                  <c:v>27</c:v>
                </c:pt>
                <c:pt idx="394">
                  <c:v>13</c:v>
                </c:pt>
                <c:pt idx="395">
                  <c:v>4</c:v>
                </c:pt>
                <c:pt idx="396">
                  <c:v>3</c:v>
                </c:pt>
                <c:pt idx="397">
                  <c:v>22</c:v>
                </c:pt>
                <c:pt idx="398">
                  <c:v>28</c:v>
                </c:pt>
                <c:pt idx="399">
                  <c:v>35</c:v>
                </c:pt>
                <c:pt idx="400">
                  <c:v>61</c:v>
                </c:pt>
                <c:pt idx="401">
                  <c:v>125</c:v>
                </c:pt>
                <c:pt idx="402">
                  <c:v>133</c:v>
                </c:pt>
                <c:pt idx="403">
                  <c:v>99</c:v>
                </c:pt>
                <c:pt idx="404">
                  <c:v>83</c:v>
                </c:pt>
                <c:pt idx="405">
                  <c:v>41</c:v>
                </c:pt>
                <c:pt idx="406">
                  <c:v>33</c:v>
                </c:pt>
                <c:pt idx="407">
                  <c:v>20</c:v>
                </c:pt>
                <c:pt idx="408">
                  <c:v>3</c:v>
                </c:pt>
                <c:pt idx="409">
                  <c:v>7</c:v>
                </c:pt>
                <c:pt idx="410">
                  <c:v>3</c:v>
                </c:pt>
                <c:pt idx="411">
                  <c:v>2</c:v>
                </c:pt>
                <c:pt idx="412">
                  <c:v>7</c:v>
                </c:pt>
                <c:pt idx="413">
                  <c:v>32</c:v>
                </c:pt>
                <c:pt idx="414">
                  <c:v>90</c:v>
                </c:pt>
                <c:pt idx="415">
                  <c:v>197</c:v>
                </c:pt>
                <c:pt idx="416">
                  <c:v>109</c:v>
                </c:pt>
                <c:pt idx="417">
                  <c:v>47</c:v>
                </c:pt>
                <c:pt idx="418">
                  <c:v>52</c:v>
                </c:pt>
                <c:pt idx="419">
                  <c:v>70</c:v>
                </c:pt>
                <c:pt idx="420">
                  <c:v>78</c:v>
                </c:pt>
                <c:pt idx="421">
                  <c:v>75</c:v>
                </c:pt>
                <c:pt idx="422">
                  <c:v>82</c:v>
                </c:pt>
                <c:pt idx="423">
                  <c:v>104</c:v>
                </c:pt>
                <c:pt idx="424">
                  <c:v>197</c:v>
                </c:pt>
                <c:pt idx="425">
                  <c:v>161</c:v>
                </c:pt>
                <c:pt idx="426">
                  <c:v>112</c:v>
                </c:pt>
                <c:pt idx="427">
                  <c:v>76</c:v>
                </c:pt>
                <c:pt idx="428">
                  <c:v>59</c:v>
                </c:pt>
                <c:pt idx="429">
                  <c:v>59</c:v>
                </c:pt>
                <c:pt idx="430">
                  <c:v>28</c:v>
                </c:pt>
                <c:pt idx="431">
                  <c:v>13</c:v>
                </c:pt>
                <c:pt idx="432">
                  <c:v>5</c:v>
                </c:pt>
                <c:pt idx="433">
                  <c:v>2</c:v>
                </c:pt>
                <c:pt idx="434">
                  <c:v>1</c:v>
                </c:pt>
                <c:pt idx="435">
                  <c:v>1</c:v>
                </c:pt>
                <c:pt idx="436">
                  <c:v>6</c:v>
                </c:pt>
                <c:pt idx="437">
                  <c:v>35</c:v>
                </c:pt>
                <c:pt idx="438">
                  <c:v>101</c:v>
                </c:pt>
                <c:pt idx="439">
                  <c:v>249</c:v>
                </c:pt>
                <c:pt idx="440">
                  <c:v>143</c:v>
                </c:pt>
                <c:pt idx="441">
                  <c:v>57</c:v>
                </c:pt>
                <c:pt idx="442">
                  <c:v>68</c:v>
                </c:pt>
                <c:pt idx="443">
                  <c:v>84</c:v>
                </c:pt>
                <c:pt idx="444">
                  <c:v>98</c:v>
                </c:pt>
                <c:pt idx="445">
                  <c:v>81</c:v>
                </c:pt>
                <c:pt idx="446">
                  <c:v>70</c:v>
                </c:pt>
                <c:pt idx="447">
                  <c:v>91</c:v>
                </c:pt>
                <c:pt idx="448">
                  <c:v>215</c:v>
                </c:pt>
                <c:pt idx="449">
                  <c:v>185</c:v>
                </c:pt>
                <c:pt idx="450">
                  <c:v>152</c:v>
                </c:pt>
                <c:pt idx="451">
                  <c:v>126</c:v>
                </c:pt>
                <c:pt idx="452">
                  <c:v>57</c:v>
                </c:pt>
                <c:pt idx="453">
                  <c:v>56</c:v>
                </c:pt>
                <c:pt idx="454">
                  <c:v>31</c:v>
                </c:pt>
                <c:pt idx="455">
                  <c:v>21</c:v>
                </c:pt>
                <c:pt idx="456">
                  <c:v>6</c:v>
                </c:pt>
                <c:pt idx="457">
                  <c:v>2</c:v>
                </c:pt>
                <c:pt idx="458">
                  <c:v>1</c:v>
                </c:pt>
                <c:pt idx="459">
                  <c:v>1</c:v>
                </c:pt>
                <c:pt idx="460">
                  <c:v>5</c:v>
                </c:pt>
                <c:pt idx="461">
                  <c:v>27</c:v>
                </c:pt>
                <c:pt idx="462">
                  <c:v>68</c:v>
                </c:pt>
                <c:pt idx="463">
                  <c:v>217</c:v>
                </c:pt>
                <c:pt idx="464">
                  <c:v>166</c:v>
                </c:pt>
                <c:pt idx="465">
                  <c:v>63</c:v>
                </c:pt>
                <c:pt idx="466">
                  <c:v>59</c:v>
                </c:pt>
                <c:pt idx="467">
                  <c:v>78</c:v>
                </c:pt>
                <c:pt idx="468">
                  <c:v>73</c:v>
                </c:pt>
                <c:pt idx="469">
                  <c:v>62</c:v>
                </c:pt>
                <c:pt idx="470">
                  <c:v>65</c:v>
                </c:pt>
                <c:pt idx="471">
                  <c:v>97</c:v>
                </c:pt>
                <c:pt idx="472">
                  <c:v>161</c:v>
                </c:pt>
                <c:pt idx="473">
                  <c:v>120</c:v>
                </c:pt>
                <c:pt idx="474">
                  <c:v>96</c:v>
                </c:pt>
                <c:pt idx="475">
                  <c:v>53</c:v>
                </c:pt>
                <c:pt idx="476">
                  <c:v>41</c:v>
                </c:pt>
                <c:pt idx="477">
                  <c:v>34</c:v>
                </c:pt>
                <c:pt idx="478">
                  <c:v>27</c:v>
                </c:pt>
                <c:pt idx="479">
                  <c:v>13</c:v>
                </c:pt>
                <c:pt idx="480">
                  <c:v>12</c:v>
                </c:pt>
                <c:pt idx="481">
                  <c:v>11</c:v>
                </c:pt>
                <c:pt idx="482">
                  <c:v>7</c:v>
                </c:pt>
                <c:pt idx="483">
                  <c:v>3</c:v>
                </c:pt>
                <c:pt idx="484">
                  <c:v>2</c:v>
                </c:pt>
                <c:pt idx="485">
                  <c:v>8</c:v>
                </c:pt>
                <c:pt idx="486">
                  <c:v>27</c:v>
                </c:pt>
                <c:pt idx="487">
                  <c:v>40</c:v>
                </c:pt>
                <c:pt idx="488">
                  <c:v>53</c:v>
                </c:pt>
                <c:pt idx="489">
                  <c:v>63</c:v>
                </c:pt>
                <c:pt idx="490">
                  <c:v>70</c:v>
                </c:pt>
                <c:pt idx="491">
                  <c:v>84</c:v>
                </c:pt>
                <c:pt idx="492">
                  <c:v>75</c:v>
                </c:pt>
                <c:pt idx="493">
                  <c:v>103</c:v>
                </c:pt>
                <c:pt idx="494">
                  <c:v>83</c:v>
                </c:pt>
                <c:pt idx="495">
                  <c:v>67</c:v>
                </c:pt>
                <c:pt idx="496">
                  <c:v>54</c:v>
                </c:pt>
                <c:pt idx="497">
                  <c:v>59</c:v>
                </c:pt>
                <c:pt idx="498">
                  <c:v>45</c:v>
                </c:pt>
                <c:pt idx="499">
                  <c:v>39</c:v>
                </c:pt>
                <c:pt idx="500">
                  <c:v>30</c:v>
                </c:pt>
                <c:pt idx="501">
                  <c:v>33</c:v>
                </c:pt>
                <c:pt idx="502">
                  <c:v>22</c:v>
                </c:pt>
                <c:pt idx="503">
                  <c:v>13</c:v>
                </c:pt>
                <c:pt idx="504">
                  <c:v>18</c:v>
                </c:pt>
                <c:pt idx="505">
                  <c:v>5</c:v>
                </c:pt>
                <c:pt idx="506">
                  <c:v>3</c:v>
                </c:pt>
                <c:pt idx="507">
                  <c:v>1</c:v>
                </c:pt>
                <c:pt idx="508">
                  <c:v>2</c:v>
                </c:pt>
                <c:pt idx="509">
                  <c:v>19</c:v>
                </c:pt>
                <c:pt idx="510">
                  <c:v>28</c:v>
                </c:pt>
                <c:pt idx="511">
                  <c:v>58</c:v>
                </c:pt>
                <c:pt idx="512">
                  <c:v>99</c:v>
                </c:pt>
                <c:pt idx="513">
                  <c:v>116</c:v>
                </c:pt>
                <c:pt idx="514">
                  <c:v>87</c:v>
                </c:pt>
                <c:pt idx="515">
                  <c:v>110</c:v>
                </c:pt>
                <c:pt idx="516">
                  <c:v>77</c:v>
                </c:pt>
                <c:pt idx="517">
                  <c:v>65</c:v>
                </c:pt>
                <c:pt idx="518">
                  <c:v>55</c:v>
                </c:pt>
                <c:pt idx="519">
                  <c:v>49</c:v>
                </c:pt>
                <c:pt idx="520">
                  <c:v>50</c:v>
                </c:pt>
                <c:pt idx="521">
                  <c:v>35</c:v>
                </c:pt>
                <c:pt idx="522">
                  <c:v>25</c:v>
                </c:pt>
                <c:pt idx="523">
                  <c:v>28</c:v>
                </c:pt>
                <c:pt idx="524">
                  <c:v>21</c:v>
                </c:pt>
                <c:pt idx="525">
                  <c:v>7</c:v>
                </c:pt>
                <c:pt idx="526">
                  <c:v>1</c:v>
                </c:pt>
                <c:pt idx="527">
                  <c:v>1</c:v>
                </c:pt>
                <c:pt idx="528">
                  <c:v>1</c:v>
                </c:pt>
                <c:pt idx="529">
                  <c:v>5</c:v>
                </c:pt>
                <c:pt idx="530">
                  <c:v>15</c:v>
                </c:pt>
                <c:pt idx="531">
                  <c:v>84</c:v>
                </c:pt>
                <c:pt idx="532">
                  <c:v>177</c:v>
                </c:pt>
                <c:pt idx="533">
                  <c:v>102</c:v>
                </c:pt>
                <c:pt idx="534">
                  <c:v>40</c:v>
                </c:pt>
                <c:pt idx="535">
                  <c:v>46</c:v>
                </c:pt>
                <c:pt idx="536">
                  <c:v>63</c:v>
                </c:pt>
                <c:pt idx="537">
                  <c:v>60</c:v>
                </c:pt>
                <c:pt idx="538">
                  <c:v>45</c:v>
                </c:pt>
                <c:pt idx="539">
                  <c:v>57</c:v>
                </c:pt>
                <c:pt idx="540">
                  <c:v>70</c:v>
                </c:pt>
                <c:pt idx="541">
                  <c:v>184</c:v>
                </c:pt>
                <c:pt idx="542">
                  <c:v>153</c:v>
                </c:pt>
                <c:pt idx="543">
                  <c:v>106</c:v>
                </c:pt>
                <c:pt idx="544">
                  <c:v>81</c:v>
                </c:pt>
                <c:pt idx="545">
                  <c:v>59</c:v>
                </c:pt>
                <c:pt idx="546">
                  <c:v>35</c:v>
                </c:pt>
                <c:pt idx="547">
                  <c:v>24</c:v>
                </c:pt>
                <c:pt idx="548">
                  <c:v>9</c:v>
                </c:pt>
                <c:pt idx="549">
                  <c:v>5</c:v>
                </c:pt>
                <c:pt idx="550">
                  <c:v>2</c:v>
                </c:pt>
                <c:pt idx="551">
                  <c:v>1</c:v>
                </c:pt>
                <c:pt idx="552">
                  <c:v>9</c:v>
                </c:pt>
                <c:pt idx="553">
                  <c:v>36</c:v>
                </c:pt>
                <c:pt idx="554">
                  <c:v>108</c:v>
                </c:pt>
                <c:pt idx="555">
                  <c:v>238</c:v>
                </c:pt>
                <c:pt idx="556">
                  <c:v>144</c:v>
                </c:pt>
                <c:pt idx="557">
                  <c:v>55</c:v>
                </c:pt>
                <c:pt idx="558">
                  <c:v>61</c:v>
                </c:pt>
                <c:pt idx="559">
                  <c:v>106</c:v>
                </c:pt>
                <c:pt idx="560">
                  <c:v>93</c:v>
                </c:pt>
                <c:pt idx="561">
                  <c:v>68</c:v>
                </c:pt>
                <c:pt idx="562">
                  <c:v>84</c:v>
                </c:pt>
                <c:pt idx="563">
                  <c:v>116</c:v>
                </c:pt>
                <c:pt idx="564">
                  <c:v>222</c:v>
                </c:pt>
                <c:pt idx="565">
                  <c:v>225</c:v>
                </c:pt>
                <c:pt idx="566">
                  <c:v>146</c:v>
                </c:pt>
                <c:pt idx="567">
                  <c:v>119</c:v>
                </c:pt>
                <c:pt idx="568">
                  <c:v>45</c:v>
                </c:pt>
                <c:pt idx="569">
                  <c:v>53</c:v>
                </c:pt>
                <c:pt idx="570">
                  <c:v>40</c:v>
                </c:pt>
                <c:pt idx="571">
                  <c:v>17</c:v>
                </c:pt>
                <c:pt idx="572">
                  <c:v>5</c:v>
                </c:pt>
                <c:pt idx="573">
                  <c:v>10</c:v>
                </c:pt>
                <c:pt idx="574">
                  <c:v>1</c:v>
                </c:pt>
                <c:pt idx="575">
                  <c:v>8</c:v>
                </c:pt>
                <c:pt idx="576">
                  <c:v>30</c:v>
                </c:pt>
                <c:pt idx="577">
                  <c:v>72</c:v>
                </c:pt>
                <c:pt idx="578">
                  <c:v>58</c:v>
                </c:pt>
                <c:pt idx="579">
                  <c:v>28</c:v>
                </c:pt>
                <c:pt idx="580">
                  <c:v>41</c:v>
                </c:pt>
                <c:pt idx="581">
                  <c:v>48</c:v>
                </c:pt>
                <c:pt idx="582">
                  <c:v>47</c:v>
                </c:pt>
                <c:pt idx="583">
                  <c:v>36</c:v>
                </c:pt>
                <c:pt idx="584">
                  <c:v>43</c:v>
                </c:pt>
                <c:pt idx="585">
                  <c:v>36</c:v>
                </c:pt>
                <c:pt idx="586">
                  <c:v>26</c:v>
                </c:pt>
                <c:pt idx="587">
                  <c:v>24</c:v>
                </c:pt>
                <c:pt idx="588">
                  <c:v>84</c:v>
                </c:pt>
                <c:pt idx="589">
                  <c:v>104</c:v>
                </c:pt>
                <c:pt idx="590">
                  <c:v>79</c:v>
                </c:pt>
                <c:pt idx="591">
                  <c:v>59</c:v>
                </c:pt>
                <c:pt idx="592">
                  <c:v>38</c:v>
                </c:pt>
                <c:pt idx="593">
                  <c:v>27</c:v>
                </c:pt>
                <c:pt idx="594">
                  <c:v>16</c:v>
                </c:pt>
                <c:pt idx="595">
                  <c:v>9</c:v>
                </c:pt>
                <c:pt idx="596">
                  <c:v>3</c:v>
                </c:pt>
                <c:pt idx="597">
                  <c:v>2</c:v>
                </c:pt>
                <c:pt idx="598">
                  <c:v>1</c:v>
                </c:pt>
                <c:pt idx="599">
                  <c:v>4</c:v>
                </c:pt>
                <c:pt idx="600">
                  <c:v>16</c:v>
                </c:pt>
                <c:pt idx="601">
                  <c:v>60</c:v>
                </c:pt>
                <c:pt idx="602">
                  <c:v>157</c:v>
                </c:pt>
                <c:pt idx="603">
                  <c:v>101</c:v>
                </c:pt>
                <c:pt idx="604">
                  <c:v>49</c:v>
                </c:pt>
                <c:pt idx="605">
                  <c:v>30</c:v>
                </c:pt>
                <c:pt idx="606">
                  <c:v>29</c:v>
                </c:pt>
                <c:pt idx="607">
                  <c:v>31</c:v>
                </c:pt>
                <c:pt idx="608">
                  <c:v>38</c:v>
                </c:pt>
                <c:pt idx="609">
                  <c:v>41</c:v>
                </c:pt>
                <c:pt idx="610">
                  <c:v>80</c:v>
                </c:pt>
                <c:pt idx="611">
                  <c:v>149</c:v>
                </c:pt>
                <c:pt idx="612">
                  <c:v>109</c:v>
                </c:pt>
                <c:pt idx="613">
                  <c:v>89</c:v>
                </c:pt>
                <c:pt idx="614">
                  <c:v>62</c:v>
                </c:pt>
                <c:pt idx="615">
                  <c:v>58</c:v>
                </c:pt>
                <c:pt idx="616">
                  <c:v>26</c:v>
                </c:pt>
                <c:pt idx="617">
                  <c:v>23</c:v>
                </c:pt>
                <c:pt idx="618">
                  <c:v>28</c:v>
                </c:pt>
                <c:pt idx="619">
                  <c:v>20</c:v>
                </c:pt>
                <c:pt idx="620">
                  <c:v>15</c:v>
                </c:pt>
                <c:pt idx="621">
                  <c:v>8</c:v>
                </c:pt>
                <c:pt idx="622">
                  <c:v>3</c:v>
                </c:pt>
                <c:pt idx="623">
                  <c:v>2</c:v>
                </c:pt>
                <c:pt idx="624">
                  <c:v>5</c:v>
                </c:pt>
                <c:pt idx="625">
                  <c:v>34</c:v>
                </c:pt>
                <c:pt idx="626">
                  <c:v>34</c:v>
                </c:pt>
                <c:pt idx="627">
                  <c:v>55</c:v>
                </c:pt>
                <c:pt idx="628">
                  <c:v>64</c:v>
                </c:pt>
                <c:pt idx="629">
                  <c:v>78</c:v>
                </c:pt>
                <c:pt idx="630">
                  <c:v>65</c:v>
                </c:pt>
                <c:pt idx="631">
                  <c:v>99</c:v>
                </c:pt>
                <c:pt idx="632">
                  <c:v>120</c:v>
                </c:pt>
                <c:pt idx="633">
                  <c:v>107</c:v>
                </c:pt>
                <c:pt idx="634">
                  <c:v>91</c:v>
                </c:pt>
                <c:pt idx="635">
                  <c:v>68</c:v>
                </c:pt>
                <c:pt idx="636">
                  <c:v>58</c:v>
                </c:pt>
                <c:pt idx="637">
                  <c:v>43</c:v>
                </c:pt>
                <c:pt idx="638">
                  <c:v>36</c:v>
                </c:pt>
                <c:pt idx="639">
                  <c:v>32</c:v>
                </c:pt>
                <c:pt idx="640">
                  <c:v>33</c:v>
                </c:pt>
                <c:pt idx="641">
                  <c:v>33</c:v>
                </c:pt>
                <c:pt idx="642">
                  <c:v>29</c:v>
                </c:pt>
                <c:pt idx="643">
                  <c:v>11</c:v>
                </c:pt>
                <c:pt idx="644">
                  <c:v>8</c:v>
                </c:pt>
                <c:pt idx="645">
                  <c:v>1</c:v>
                </c:pt>
                <c:pt idx="646">
                  <c:v>3</c:v>
                </c:pt>
                <c:pt idx="647">
                  <c:v>3</c:v>
                </c:pt>
                <c:pt idx="648">
                  <c:v>12</c:v>
                </c:pt>
                <c:pt idx="649">
                  <c:v>38</c:v>
                </c:pt>
                <c:pt idx="650">
                  <c:v>64</c:v>
                </c:pt>
                <c:pt idx="651">
                  <c:v>59</c:v>
                </c:pt>
                <c:pt idx="652">
                  <c:v>97</c:v>
                </c:pt>
                <c:pt idx="653">
                  <c:v>84</c:v>
                </c:pt>
                <c:pt idx="654">
                  <c:v>122</c:v>
                </c:pt>
                <c:pt idx="655">
                  <c:v>109</c:v>
                </c:pt>
                <c:pt idx="656">
                  <c:v>123</c:v>
                </c:pt>
                <c:pt idx="657">
                  <c:v>77</c:v>
                </c:pt>
                <c:pt idx="658">
                  <c:v>65</c:v>
                </c:pt>
                <c:pt idx="659">
                  <c:v>55</c:v>
                </c:pt>
                <c:pt idx="660">
                  <c:v>33</c:v>
                </c:pt>
                <c:pt idx="661">
                  <c:v>28</c:v>
                </c:pt>
                <c:pt idx="662">
                  <c:v>21</c:v>
                </c:pt>
                <c:pt idx="663">
                  <c:v>21</c:v>
                </c:pt>
                <c:pt idx="664">
                  <c:v>7</c:v>
                </c:pt>
                <c:pt idx="665">
                  <c:v>7</c:v>
                </c:pt>
                <c:pt idx="666">
                  <c:v>1</c:v>
                </c:pt>
                <c:pt idx="667">
                  <c:v>2</c:v>
                </c:pt>
                <c:pt idx="668">
                  <c:v>2</c:v>
                </c:pt>
                <c:pt idx="669">
                  <c:v>8</c:v>
                </c:pt>
                <c:pt idx="670">
                  <c:v>37</c:v>
                </c:pt>
                <c:pt idx="671">
                  <c:v>72</c:v>
                </c:pt>
                <c:pt idx="672">
                  <c:v>185</c:v>
                </c:pt>
                <c:pt idx="673">
                  <c:v>112</c:v>
                </c:pt>
                <c:pt idx="674">
                  <c:v>69</c:v>
                </c:pt>
                <c:pt idx="675">
                  <c:v>48</c:v>
                </c:pt>
                <c:pt idx="676">
                  <c:v>68</c:v>
                </c:pt>
                <c:pt idx="677">
                  <c:v>54</c:v>
                </c:pt>
                <c:pt idx="678">
                  <c:v>86</c:v>
                </c:pt>
                <c:pt idx="679">
                  <c:v>44</c:v>
                </c:pt>
                <c:pt idx="680">
                  <c:v>86</c:v>
                </c:pt>
                <c:pt idx="681">
                  <c:v>161</c:v>
                </c:pt>
                <c:pt idx="682">
                  <c:v>156</c:v>
                </c:pt>
                <c:pt idx="683">
                  <c:v>111</c:v>
                </c:pt>
                <c:pt idx="684">
                  <c:v>78</c:v>
                </c:pt>
                <c:pt idx="685">
                  <c:v>56</c:v>
                </c:pt>
                <c:pt idx="686">
                  <c:v>34</c:v>
                </c:pt>
                <c:pt idx="687">
                  <c:v>17</c:v>
                </c:pt>
                <c:pt idx="688">
                  <c:v>8</c:v>
                </c:pt>
                <c:pt idx="689">
                  <c:v>3</c:v>
                </c:pt>
                <c:pt idx="690">
                  <c:v>2</c:v>
                </c:pt>
                <c:pt idx="691">
                  <c:v>2</c:v>
                </c:pt>
                <c:pt idx="692">
                  <c:v>3</c:v>
                </c:pt>
                <c:pt idx="693">
                  <c:v>22</c:v>
                </c:pt>
                <c:pt idx="694">
                  <c:v>52</c:v>
                </c:pt>
                <c:pt idx="695">
                  <c:v>135</c:v>
                </c:pt>
                <c:pt idx="696">
                  <c:v>116</c:v>
                </c:pt>
                <c:pt idx="697">
                  <c:v>47</c:v>
                </c:pt>
                <c:pt idx="698">
                  <c:v>51</c:v>
                </c:pt>
                <c:pt idx="699">
                  <c:v>55</c:v>
                </c:pt>
                <c:pt idx="700">
                  <c:v>52</c:v>
                </c:pt>
                <c:pt idx="701">
                  <c:v>54</c:v>
                </c:pt>
                <c:pt idx="702">
                  <c:v>52</c:v>
                </c:pt>
                <c:pt idx="703">
                  <c:v>64</c:v>
                </c:pt>
                <c:pt idx="704">
                  <c:v>176</c:v>
                </c:pt>
                <c:pt idx="705">
                  <c:v>168</c:v>
                </c:pt>
                <c:pt idx="706">
                  <c:v>108</c:v>
                </c:pt>
                <c:pt idx="707">
                  <c:v>74</c:v>
                </c:pt>
                <c:pt idx="708">
                  <c:v>64</c:v>
                </c:pt>
                <c:pt idx="709">
                  <c:v>36</c:v>
                </c:pt>
                <c:pt idx="710">
                  <c:v>16</c:v>
                </c:pt>
                <c:pt idx="711">
                  <c:v>2</c:v>
                </c:pt>
                <c:pt idx="712">
                  <c:v>3</c:v>
                </c:pt>
                <c:pt idx="713">
                  <c:v>4</c:v>
                </c:pt>
                <c:pt idx="714">
                  <c:v>1</c:v>
                </c:pt>
                <c:pt idx="715">
                  <c:v>1</c:v>
                </c:pt>
                <c:pt idx="716">
                  <c:v>3</c:v>
                </c:pt>
                <c:pt idx="717">
                  <c:v>18</c:v>
                </c:pt>
                <c:pt idx="718">
                  <c:v>49</c:v>
                </c:pt>
                <c:pt idx="719">
                  <c:v>155</c:v>
                </c:pt>
                <c:pt idx="720">
                  <c:v>123</c:v>
                </c:pt>
                <c:pt idx="721">
                  <c:v>61</c:v>
                </c:pt>
                <c:pt idx="722">
                  <c:v>52</c:v>
                </c:pt>
                <c:pt idx="723">
                  <c:v>64</c:v>
                </c:pt>
                <c:pt idx="724">
                  <c:v>75</c:v>
                </c:pt>
                <c:pt idx="725">
                  <c:v>63</c:v>
                </c:pt>
                <c:pt idx="726">
                  <c:v>76</c:v>
                </c:pt>
                <c:pt idx="727">
                  <c:v>103</c:v>
                </c:pt>
                <c:pt idx="728">
                  <c:v>190</c:v>
                </c:pt>
                <c:pt idx="729">
                  <c:v>182</c:v>
                </c:pt>
                <c:pt idx="730">
                  <c:v>91</c:v>
                </c:pt>
                <c:pt idx="731">
                  <c:v>75</c:v>
                </c:pt>
                <c:pt idx="732">
                  <c:v>63</c:v>
                </c:pt>
                <c:pt idx="733">
                  <c:v>40</c:v>
                </c:pt>
                <c:pt idx="734">
                  <c:v>32</c:v>
                </c:pt>
                <c:pt idx="735">
                  <c:v>12</c:v>
                </c:pt>
                <c:pt idx="736">
                  <c:v>5</c:v>
                </c:pt>
                <c:pt idx="737">
                  <c:v>2</c:v>
                </c:pt>
                <c:pt idx="738">
                  <c:v>1</c:v>
                </c:pt>
                <c:pt idx="739">
                  <c:v>2</c:v>
                </c:pt>
                <c:pt idx="740">
                  <c:v>39</c:v>
                </c:pt>
                <c:pt idx="741">
                  <c:v>87</c:v>
                </c:pt>
                <c:pt idx="742">
                  <c:v>188</c:v>
                </c:pt>
                <c:pt idx="743">
                  <c:v>133</c:v>
                </c:pt>
                <c:pt idx="744">
                  <c:v>52</c:v>
                </c:pt>
                <c:pt idx="745">
                  <c:v>64</c:v>
                </c:pt>
                <c:pt idx="746">
                  <c:v>69</c:v>
                </c:pt>
                <c:pt idx="747">
                  <c:v>51</c:v>
                </c:pt>
                <c:pt idx="748">
                  <c:v>47</c:v>
                </c:pt>
                <c:pt idx="749">
                  <c:v>60</c:v>
                </c:pt>
                <c:pt idx="750">
                  <c:v>78</c:v>
                </c:pt>
                <c:pt idx="751">
                  <c:v>175</c:v>
                </c:pt>
                <c:pt idx="752">
                  <c:v>147</c:v>
                </c:pt>
                <c:pt idx="753">
                  <c:v>96</c:v>
                </c:pt>
                <c:pt idx="754">
                  <c:v>109</c:v>
                </c:pt>
                <c:pt idx="755">
                  <c:v>54</c:v>
                </c:pt>
                <c:pt idx="756">
                  <c:v>41</c:v>
                </c:pt>
                <c:pt idx="757">
                  <c:v>38</c:v>
                </c:pt>
                <c:pt idx="758">
                  <c:v>13</c:v>
                </c:pt>
                <c:pt idx="759">
                  <c:v>7</c:v>
                </c:pt>
                <c:pt idx="760">
                  <c:v>1</c:v>
                </c:pt>
                <c:pt idx="761">
                  <c:v>1</c:v>
                </c:pt>
                <c:pt idx="762">
                  <c:v>7</c:v>
                </c:pt>
                <c:pt idx="763">
                  <c:v>28</c:v>
                </c:pt>
                <c:pt idx="764">
                  <c:v>87</c:v>
                </c:pt>
                <c:pt idx="765">
                  <c:v>220</c:v>
                </c:pt>
                <c:pt idx="766">
                  <c:v>127</c:v>
                </c:pt>
                <c:pt idx="767">
                  <c:v>51</c:v>
                </c:pt>
                <c:pt idx="768">
                  <c:v>64</c:v>
                </c:pt>
                <c:pt idx="769">
                  <c:v>86</c:v>
                </c:pt>
                <c:pt idx="770">
                  <c:v>82</c:v>
                </c:pt>
                <c:pt idx="771">
                  <c:v>91</c:v>
                </c:pt>
                <c:pt idx="772">
                  <c:v>90</c:v>
                </c:pt>
                <c:pt idx="773">
                  <c:v>99</c:v>
                </c:pt>
                <c:pt idx="774">
                  <c:v>205</c:v>
                </c:pt>
                <c:pt idx="775">
                  <c:v>155</c:v>
                </c:pt>
                <c:pt idx="776">
                  <c:v>103</c:v>
                </c:pt>
                <c:pt idx="777">
                  <c:v>71</c:v>
                </c:pt>
                <c:pt idx="778">
                  <c:v>43</c:v>
                </c:pt>
                <c:pt idx="779">
                  <c:v>46</c:v>
                </c:pt>
                <c:pt idx="780">
                  <c:v>31</c:v>
                </c:pt>
                <c:pt idx="781">
                  <c:v>39</c:v>
                </c:pt>
                <c:pt idx="782">
                  <c:v>18</c:v>
                </c:pt>
                <c:pt idx="783">
                  <c:v>17</c:v>
                </c:pt>
                <c:pt idx="784">
                  <c:v>11</c:v>
                </c:pt>
                <c:pt idx="785">
                  <c:v>8</c:v>
                </c:pt>
                <c:pt idx="786">
                  <c:v>9</c:v>
                </c:pt>
                <c:pt idx="787">
                  <c:v>4</c:v>
                </c:pt>
                <c:pt idx="788">
                  <c:v>4</c:v>
                </c:pt>
                <c:pt idx="789">
                  <c:v>10</c:v>
                </c:pt>
                <c:pt idx="790">
                  <c:v>20</c:v>
                </c:pt>
                <c:pt idx="791">
                  <c:v>34</c:v>
                </c:pt>
                <c:pt idx="792">
                  <c:v>47</c:v>
                </c:pt>
                <c:pt idx="793">
                  <c:v>52</c:v>
                </c:pt>
                <c:pt idx="794">
                  <c:v>72</c:v>
                </c:pt>
                <c:pt idx="795">
                  <c:v>55</c:v>
                </c:pt>
                <c:pt idx="796">
                  <c:v>60</c:v>
                </c:pt>
                <c:pt idx="797">
                  <c:v>71</c:v>
                </c:pt>
                <c:pt idx="798">
                  <c:v>78</c:v>
                </c:pt>
                <c:pt idx="799">
                  <c:v>83</c:v>
                </c:pt>
                <c:pt idx="800">
                  <c:v>84</c:v>
                </c:pt>
                <c:pt idx="801">
                  <c:v>69</c:v>
                </c:pt>
                <c:pt idx="802">
                  <c:v>56</c:v>
                </c:pt>
                <c:pt idx="803">
                  <c:v>45</c:v>
                </c:pt>
                <c:pt idx="804">
                  <c:v>59</c:v>
                </c:pt>
                <c:pt idx="805">
                  <c:v>39</c:v>
                </c:pt>
                <c:pt idx="806">
                  <c:v>44</c:v>
                </c:pt>
                <c:pt idx="807">
                  <c:v>20</c:v>
                </c:pt>
                <c:pt idx="808">
                  <c:v>13</c:v>
                </c:pt>
                <c:pt idx="809">
                  <c:v>2</c:v>
                </c:pt>
                <c:pt idx="810">
                  <c:v>1</c:v>
                </c:pt>
                <c:pt idx="811">
                  <c:v>1</c:v>
                </c:pt>
                <c:pt idx="812">
                  <c:v>8</c:v>
                </c:pt>
                <c:pt idx="813">
                  <c:v>23</c:v>
                </c:pt>
                <c:pt idx="814">
                  <c:v>45</c:v>
                </c:pt>
                <c:pt idx="815">
                  <c:v>89</c:v>
                </c:pt>
                <c:pt idx="816">
                  <c:v>117</c:v>
                </c:pt>
                <c:pt idx="817">
                  <c:v>174</c:v>
                </c:pt>
                <c:pt idx="818">
                  <c:v>182</c:v>
                </c:pt>
                <c:pt idx="819">
                  <c:v>161</c:v>
                </c:pt>
                <c:pt idx="820">
                  <c:v>182</c:v>
                </c:pt>
                <c:pt idx="821">
                  <c:v>157</c:v>
                </c:pt>
                <c:pt idx="822">
                  <c:v>121</c:v>
                </c:pt>
                <c:pt idx="823">
                  <c:v>78</c:v>
                </c:pt>
                <c:pt idx="824">
                  <c:v>21</c:v>
                </c:pt>
                <c:pt idx="825">
                  <c:v>26</c:v>
                </c:pt>
                <c:pt idx="826">
                  <c:v>27</c:v>
                </c:pt>
                <c:pt idx="827">
                  <c:v>62</c:v>
                </c:pt>
                <c:pt idx="828">
                  <c:v>30</c:v>
                </c:pt>
                <c:pt idx="829">
                  <c:v>15</c:v>
                </c:pt>
                <c:pt idx="830">
                  <c:v>5</c:v>
                </c:pt>
                <c:pt idx="831">
                  <c:v>3</c:v>
                </c:pt>
                <c:pt idx="832">
                  <c:v>1</c:v>
                </c:pt>
                <c:pt idx="833">
                  <c:v>2</c:v>
                </c:pt>
                <c:pt idx="834">
                  <c:v>10</c:v>
                </c:pt>
                <c:pt idx="835">
                  <c:v>30</c:v>
                </c:pt>
                <c:pt idx="836">
                  <c:v>95</c:v>
                </c:pt>
                <c:pt idx="837">
                  <c:v>230</c:v>
                </c:pt>
                <c:pt idx="838">
                  <c:v>118</c:v>
                </c:pt>
                <c:pt idx="839">
                  <c:v>55</c:v>
                </c:pt>
                <c:pt idx="840">
                  <c:v>47</c:v>
                </c:pt>
                <c:pt idx="841">
                  <c:v>66</c:v>
                </c:pt>
                <c:pt idx="842">
                  <c:v>64</c:v>
                </c:pt>
                <c:pt idx="843">
                  <c:v>60</c:v>
                </c:pt>
                <c:pt idx="844">
                  <c:v>50</c:v>
                </c:pt>
                <c:pt idx="845">
                  <c:v>114</c:v>
                </c:pt>
                <c:pt idx="846">
                  <c:v>216</c:v>
                </c:pt>
                <c:pt idx="847">
                  <c:v>175</c:v>
                </c:pt>
                <c:pt idx="848">
                  <c:v>128</c:v>
                </c:pt>
                <c:pt idx="849">
                  <c:v>88</c:v>
                </c:pt>
                <c:pt idx="850">
                  <c:v>78</c:v>
                </c:pt>
                <c:pt idx="851">
                  <c:v>37</c:v>
                </c:pt>
                <c:pt idx="852">
                  <c:v>25</c:v>
                </c:pt>
                <c:pt idx="853">
                  <c:v>10</c:v>
                </c:pt>
                <c:pt idx="854">
                  <c:v>4</c:v>
                </c:pt>
                <c:pt idx="855">
                  <c:v>2</c:v>
                </c:pt>
                <c:pt idx="856">
                  <c:v>1</c:v>
                </c:pt>
                <c:pt idx="857">
                  <c:v>3</c:v>
                </c:pt>
                <c:pt idx="858">
                  <c:v>2</c:v>
                </c:pt>
                <c:pt idx="859">
                  <c:v>39</c:v>
                </c:pt>
                <c:pt idx="860">
                  <c:v>100</c:v>
                </c:pt>
                <c:pt idx="861">
                  <c:v>243</c:v>
                </c:pt>
                <c:pt idx="862">
                  <c:v>135</c:v>
                </c:pt>
                <c:pt idx="863">
                  <c:v>48</c:v>
                </c:pt>
                <c:pt idx="864">
                  <c:v>50</c:v>
                </c:pt>
                <c:pt idx="865">
                  <c:v>65</c:v>
                </c:pt>
                <c:pt idx="866">
                  <c:v>50</c:v>
                </c:pt>
                <c:pt idx="867">
                  <c:v>64</c:v>
                </c:pt>
                <c:pt idx="868">
                  <c:v>51</c:v>
                </c:pt>
                <c:pt idx="869">
                  <c:v>83</c:v>
                </c:pt>
                <c:pt idx="870">
                  <c:v>176</c:v>
                </c:pt>
                <c:pt idx="871">
                  <c:v>152</c:v>
                </c:pt>
                <c:pt idx="872">
                  <c:v>101</c:v>
                </c:pt>
                <c:pt idx="873">
                  <c:v>56</c:v>
                </c:pt>
                <c:pt idx="874">
                  <c:v>54</c:v>
                </c:pt>
                <c:pt idx="875">
                  <c:v>29</c:v>
                </c:pt>
                <c:pt idx="876">
                  <c:v>12</c:v>
                </c:pt>
                <c:pt idx="877">
                  <c:v>17</c:v>
                </c:pt>
                <c:pt idx="878">
                  <c:v>7</c:v>
                </c:pt>
                <c:pt idx="879">
                  <c:v>3</c:v>
                </c:pt>
                <c:pt idx="880">
                  <c:v>2</c:v>
                </c:pt>
                <c:pt idx="881">
                  <c:v>7</c:v>
                </c:pt>
                <c:pt idx="882">
                  <c:v>43</c:v>
                </c:pt>
                <c:pt idx="883">
                  <c:v>99</c:v>
                </c:pt>
                <c:pt idx="884">
                  <c:v>199</c:v>
                </c:pt>
                <c:pt idx="885">
                  <c:v>123</c:v>
                </c:pt>
                <c:pt idx="886">
                  <c:v>59</c:v>
                </c:pt>
                <c:pt idx="887">
                  <c:v>41</c:v>
                </c:pt>
                <c:pt idx="888">
                  <c:v>61</c:v>
                </c:pt>
                <c:pt idx="889">
                  <c:v>69</c:v>
                </c:pt>
                <c:pt idx="890">
                  <c:v>58</c:v>
                </c:pt>
                <c:pt idx="891">
                  <c:v>64</c:v>
                </c:pt>
                <c:pt idx="892">
                  <c:v>79</c:v>
                </c:pt>
                <c:pt idx="893">
                  <c:v>166</c:v>
                </c:pt>
                <c:pt idx="894">
                  <c:v>170</c:v>
                </c:pt>
                <c:pt idx="895">
                  <c:v>88</c:v>
                </c:pt>
                <c:pt idx="896">
                  <c:v>84</c:v>
                </c:pt>
                <c:pt idx="897">
                  <c:v>83</c:v>
                </c:pt>
                <c:pt idx="898">
                  <c:v>46</c:v>
                </c:pt>
                <c:pt idx="899">
                  <c:v>37</c:v>
                </c:pt>
                <c:pt idx="900">
                  <c:v>16</c:v>
                </c:pt>
                <c:pt idx="901">
                  <c:v>7</c:v>
                </c:pt>
                <c:pt idx="902">
                  <c:v>3</c:v>
                </c:pt>
                <c:pt idx="903">
                  <c:v>1</c:v>
                </c:pt>
                <c:pt idx="904">
                  <c:v>6</c:v>
                </c:pt>
                <c:pt idx="905">
                  <c:v>26</c:v>
                </c:pt>
                <c:pt idx="906">
                  <c:v>99</c:v>
                </c:pt>
                <c:pt idx="907">
                  <c:v>178</c:v>
                </c:pt>
                <c:pt idx="908">
                  <c:v>122</c:v>
                </c:pt>
                <c:pt idx="909">
                  <c:v>35</c:v>
                </c:pt>
                <c:pt idx="910">
                  <c:v>45</c:v>
                </c:pt>
                <c:pt idx="911">
                  <c:v>69</c:v>
                </c:pt>
                <c:pt idx="912">
                  <c:v>62</c:v>
                </c:pt>
                <c:pt idx="913">
                  <c:v>48</c:v>
                </c:pt>
                <c:pt idx="914">
                  <c:v>50</c:v>
                </c:pt>
                <c:pt idx="915">
                  <c:v>80</c:v>
                </c:pt>
                <c:pt idx="916">
                  <c:v>165</c:v>
                </c:pt>
                <c:pt idx="917">
                  <c:v>160</c:v>
                </c:pt>
                <c:pt idx="918">
                  <c:v>112</c:v>
                </c:pt>
                <c:pt idx="919">
                  <c:v>97</c:v>
                </c:pt>
                <c:pt idx="920">
                  <c:v>72</c:v>
                </c:pt>
                <c:pt idx="921">
                  <c:v>51</c:v>
                </c:pt>
                <c:pt idx="922">
                  <c:v>34</c:v>
                </c:pt>
                <c:pt idx="923">
                  <c:v>14</c:v>
                </c:pt>
                <c:pt idx="924">
                  <c:v>7</c:v>
                </c:pt>
                <c:pt idx="925">
                  <c:v>3</c:v>
                </c:pt>
                <c:pt idx="926">
                  <c:v>4</c:v>
                </c:pt>
                <c:pt idx="927">
                  <c:v>24</c:v>
                </c:pt>
                <c:pt idx="928">
                  <c:v>74</c:v>
                </c:pt>
                <c:pt idx="929">
                  <c:v>216</c:v>
                </c:pt>
                <c:pt idx="930">
                  <c:v>140</c:v>
                </c:pt>
                <c:pt idx="931">
                  <c:v>44</c:v>
                </c:pt>
                <c:pt idx="932">
                  <c:v>64</c:v>
                </c:pt>
                <c:pt idx="933">
                  <c:v>71</c:v>
                </c:pt>
                <c:pt idx="934">
                  <c:v>110</c:v>
                </c:pt>
                <c:pt idx="935">
                  <c:v>84</c:v>
                </c:pt>
                <c:pt idx="936">
                  <c:v>74</c:v>
                </c:pt>
                <c:pt idx="937">
                  <c:v>125</c:v>
                </c:pt>
                <c:pt idx="938">
                  <c:v>211</c:v>
                </c:pt>
                <c:pt idx="939">
                  <c:v>174</c:v>
                </c:pt>
                <c:pt idx="940">
                  <c:v>101</c:v>
                </c:pt>
                <c:pt idx="941">
                  <c:v>63</c:v>
                </c:pt>
                <c:pt idx="942">
                  <c:v>47</c:v>
                </c:pt>
                <c:pt idx="943">
                  <c:v>43</c:v>
                </c:pt>
                <c:pt idx="944">
                  <c:v>53</c:v>
                </c:pt>
                <c:pt idx="945">
                  <c:v>30</c:v>
                </c:pt>
                <c:pt idx="946">
                  <c:v>24</c:v>
                </c:pt>
                <c:pt idx="947">
                  <c:v>15</c:v>
                </c:pt>
                <c:pt idx="948">
                  <c:v>10</c:v>
                </c:pt>
                <c:pt idx="949">
                  <c:v>4</c:v>
                </c:pt>
                <c:pt idx="950">
                  <c:v>1</c:v>
                </c:pt>
                <c:pt idx="951">
                  <c:v>2</c:v>
                </c:pt>
                <c:pt idx="952">
                  <c:v>11</c:v>
                </c:pt>
                <c:pt idx="953">
                  <c:v>30</c:v>
                </c:pt>
                <c:pt idx="954">
                  <c:v>43</c:v>
                </c:pt>
                <c:pt idx="955">
                  <c:v>84</c:v>
                </c:pt>
                <c:pt idx="956">
                  <c:v>114</c:v>
                </c:pt>
                <c:pt idx="957">
                  <c:v>120</c:v>
                </c:pt>
                <c:pt idx="958">
                  <c:v>135</c:v>
                </c:pt>
                <c:pt idx="959">
                  <c:v>120</c:v>
                </c:pt>
                <c:pt idx="960">
                  <c:v>174</c:v>
                </c:pt>
                <c:pt idx="961">
                  <c:v>145</c:v>
                </c:pt>
                <c:pt idx="962">
                  <c:v>137</c:v>
                </c:pt>
                <c:pt idx="963">
                  <c:v>64</c:v>
                </c:pt>
                <c:pt idx="964">
                  <c:v>41</c:v>
                </c:pt>
                <c:pt idx="965">
                  <c:v>40</c:v>
                </c:pt>
                <c:pt idx="966">
                  <c:v>51</c:v>
                </c:pt>
                <c:pt idx="967">
                  <c:v>45</c:v>
                </c:pt>
                <c:pt idx="968">
                  <c:v>32</c:v>
                </c:pt>
                <c:pt idx="969">
                  <c:v>39</c:v>
                </c:pt>
                <c:pt idx="970">
                  <c:v>24</c:v>
                </c:pt>
                <c:pt idx="971">
                  <c:v>20</c:v>
                </c:pt>
                <c:pt idx="972">
                  <c:v>12</c:v>
                </c:pt>
                <c:pt idx="973">
                  <c:v>2</c:v>
                </c:pt>
                <c:pt idx="974">
                  <c:v>5</c:v>
                </c:pt>
                <c:pt idx="975">
                  <c:v>3</c:v>
                </c:pt>
                <c:pt idx="976">
                  <c:v>12</c:v>
                </c:pt>
                <c:pt idx="977">
                  <c:v>47</c:v>
                </c:pt>
                <c:pt idx="978">
                  <c:v>105</c:v>
                </c:pt>
                <c:pt idx="979">
                  <c:v>112</c:v>
                </c:pt>
                <c:pt idx="980">
                  <c:v>152</c:v>
                </c:pt>
                <c:pt idx="981">
                  <c:v>154</c:v>
                </c:pt>
                <c:pt idx="982">
                  <c:v>161</c:v>
                </c:pt>
                <c:pt idx="983">
                  <c:v>162</c:v>
                </c:pt>
                <c:pt idx="984">
                  <c:v>134</c:v>
                </c:pt>
                <c:pt idx="985">
                  <c:v>125</c:v>
                </c:pt>
                <c:pt idx="986">
                  <c:v>95</c:v>
                </c:pt>
                <c:pt idx="987">
                  <c:v>61</c:v>
                </c:pt>
                <c:pt idx="988">
                  <c:v>47</c:v>
                </c:pt>
                <c:pt idx="989">
                  <c:v>51</c:v>
                </c:pt>
                <c:pt idx="990">
                  <c:v>36</c:v>
                </c:pt>
                <c:pt idx="991">
                  <c:v>30</c:v>
                </c:pt>
                <c:pt idx="992">
                  <c:v>11</c:v>
                </c:pt>
                <c:pt idx="993">
                  <c:v>7</c:v>
                </c:pt>
                <c:pt idx="994">
                  <c:v>2</c:v>
                </c:pt>
                <c:pt idx="995">
                  <c:v>2</c:v>
                </c:pt>
                <c:pt idx="996">
                  <c:v>2</c:v>
                </c:pt>
                <c:pt idx="997">
                  <c:v>3</c:v>
                </c:pt>
                <c:pt idx="998">
                  <c:v>26</c:v>
                </c:pt>
                <c:pt idx="999">
                  <c:v>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9DBE-4470-8802-0CD1D10512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5120128"/>
        <c:axId val="195126016"/>
      </c:scatterChart>
      <c:valAx>
        <c:axId val="1951201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 b="1"/>
            </a:pPr>
            <a:endParaRPr lang="en-US"/>
          </a:p>
        </c:txPr>
        <c:crossAx val="195126016"/>
        <c:crosses val="autoZero"/>
        <c:crossBetween val="midCat"/>
      </c:valAx>
      <c:valAx>
        <c:axId val="19512601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95120128"/>
        <c:crosses val="autoZero"/>
        <c:crossBetween val="midCat"/>
      </c:valAx>
    </c:plotArea>
    <c:legend>
      <c:legendPos val="r"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sz="1800" b="1" i="0" u="none" strike="noStrike" baseline="0">
                <a:solidFill>
                  <a:srgbClr val="FF0000"/>
                </a:solidFill>
              </a:rPr>
              <a:t>Humidity </a:t>
            </a:r>
            <a:endParaRPr lang="en-US">
              <a:solidFill>
                <a:srgbClr val="FF0000"/>
              </a:solidFill>
            </a:endParaRPr>
          </a:p>
        </c:rich>
      </c:tx>
      <c:layout>
        <c:manualLayout>
          <c:xMode val="edge"/>
          <c:yMode val="edge"/>
          <c:x val="0.34018979600444266"/>
          <c:y val="0"/>
        </c:manualLayout>
      </c:layout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dataset_1!$P$1</c:f>
              <c:strCache>
                <c:ptCount val="1"/>
                <c:pt idx="0">
                  <c:v>cnt</c:v>
                </c:pt>
              </c:strCache>
            </c:strRef>
          </c:tx>
          <c:spPr>
            <a:ln w="19050">
              <a:noFill/>
            </a:ln>
          </c:spPr>
          <c:trendline>
            <c:spPr>
              <a:ln>
                <a:solidFill>
                  <a:srgbClr val="C00000"/>
                </a:solidFill>
              </a:ln>
            </c:spPr>
            <c:trendlineType val="linear"/>
            <c:dispRSqr val="1"/>
            <c:dispEq val="1"/>
            <c:trendlineLbl>
              <c:numFmt formatCode="General" sourceLinked="0"/>
            </c:trendlineLbl>
          </c:trendline>
          <c:xVal>
            <c:numRef>
              <c:f>dataset_1!$L$2:$L$1001</c:f>
              <c:numCache>
                <c:formatCode>General</c:formatCode>
                <c:ptCount val="1000"/>
                <c:pt idx="0">
                  <c:v>0.81</c:v>
                </c:pt>
                <c:pt idx="1">
                  <c:v>0.8</c:v>
                </c:pt>
                <c:pt idx="2">
                  <c:v>0.8</c:v>
                </c:pt>
                <c:pt idx="3">
                  <c:v>0.75</c:v>
                </c:pt>
                <c:pt idx="4">
                  <c:v>0.75</c:v>
                </c:pt>
                <c:pt idx="5">
                  <c:v>0.75</c:v>
                </c:pt>
                <c:pt idx="6">
                  <c:v>0.8</c:v>
                </c:pt>
                <c:pt idx="7">
                  <c:v>0.86</c:v>
                </c:pt>
                <c:pt idx="8">
                  <c:v>0.75</c:v>
                </c:pt>
                <c:pt idx="9">
                  <c:v>0.76</c:v>
                </c:pt>
                <c:pt idx="10">
                  <c:v>0.76</c:v>
                </c:pt>
                <c:pt idx="11">
                  <c:v>0.81</c:v>
                </c:pt>
                <c:pt idx="12">
                  <c:v>0.77</c:v>
                </c:pt>
                <c:pt idx="13">
                  <c:v>0.72</c:v>
                </c:pt>
                <c:pt idx="14">
                  <c:v>0.72</c:v>
                </c:pt>
                <c:pt idx="15">
                  <c:v>0.77</c:v>
                </c:pt>
                <c:pt idx="16">
                  <c:v>0.82</c:v>
                </c:pt>
                <c:pt idx="17">
                  <c:v>0.82</c:v>
                </c:pt>
                <c:pt idx="18">
                  <c:v>0.88</c:v>
                </c:pt>
                <c:pt idx="19">
                  <c:v>0.88</c:v>
                </c:pt>
                <c:pt idx="20">
                  <c:v>0.87</c:v>
                </c:pt>
                <c:pt idx="21">
                  <c:v>0.87</c:v>
                </c:pt>
                <c:pt idx="22">
                  <c:v>0.94</c:v>
                </c:pt>
                <c:pt idx="23">
                  <c:v>0.88</c:v>
                </c:pt>
                <c:pt idx="24">
                  <c:v>0.88</c:v>
                </c:pt>
                <c:pt idx="25">
                  <c:v>0.94</c:v>
                </c:pt>
                <c:pt idx="26">
                  <c:v>1</c:v>
                </c:pt>
                <c:pt idx="27">
                  <c:v>0.94</c:v>
                </c:pt>
                <c:pt idx="28">
                  <c:v>0.94</c:v>
                </c:pt>
                <c:pt idx="29">
                  <c:v>0.77</c:v>
                </c:pt>
                <c:pt idx="30">
                  <c:v>0.76</c:v>
                </c:pt>
                <c:pt idx="31">
                  <c:v>0.71</c:v>
                </c:pt>
                <c:pt idx="32">
                  <c:v>0.76</c:v>
                </c:pt>
                <c:pt idx="33">
                  <c:v>0.81</c:v>
                </c:pt>
                <c:pt idx="34">
                  <c:v>0.71</c:v>
                </c:pt>
                <c:pt idx="35">
                  <c:v>0.66</c:v>
                </c:pt>
                <c:pt idx="36">
                  <c:v>0.66</c:v>
                </c:pt>
                <c:pt idx="37">
                  <c:v>0.76</c:v>
                </c:pt>
                <c:pt idx="38">
                  <c:v>0.81</c:v>
                </c:pt>
                <c:pt idx="39">
                  <c:v>0.71</c:v>
                </c:pt>
                <c:pt idx="40">
                  <c:v>0.56999999999999995</c:v>
                </c:pt>
                <c:pt idx="41">
                  <c:v>0.46</c:v>
                </c:pt>
                <c:pt idx="42">
                  <c:v>0.42</c:v>
                </c:pt>
                <c:pt idx="43">
                  <c:v>0.39</c:v>
                </c:pt>
                <c:pt idx="44">
                  <c:v>0.44</c:v>
                </c:pt>
                <c:pt idx="45">
                  <c:v>0.44</c:v>
                </c:pt>
                <c:pt idx="46">
                  <c:v>0.47</c:v>
                </c:pt>
                <c:pt idx="47">
                  <c:v>0.44</c:v>
                </c:pt>
                <c:pt idx="48">
                  <c:v>0.44</c:v>
                </c:pt>
                <c:pt idx="49">
                  <c:v>0.47</c:v>
                </c:pt>
                <c:pt idx="50">
                  <c:v>0.47</c:v>
                </c:pt>
                <c:pt idx="51">
                  <c:v>0.5</c:v>
                </c:pt>
                <c:pt idx="52">
                  <c:v>0.5</c:v>
                </c:pt>
                <c:pt idx="53">
                  <c:v>0.5</c:v>
                </c:pt>
                <c:pt idx="54">
                  <c:v>0.43</c:v>
                </c:pt>
                <c:pt idx="55">
                  <c:v>0.43</c:v>
                </c:pt>
                <c:pt idx="56">
                  <c:v>0.4</c:v>
                </c:pt>
                <c:pt idx="57">
                  <c:v>0.35</c:v>
                </c:pt>
                <c:pt idx="58">
                  <c:v>0.35</c:v>
                </c:pt>
                <c:pt idx="59">
                  <c:v>0.3</c:v>
                </c:pt>
                <c:pt idx="60">
                  <c:v>0.3</c:v>
                </c:pt>
                <c:pt idx="61">
                  <c:v>0.3</c:v>
                </c:pt>
                <c:pt idx="62">
                  <c:v>0.3</c:v>
                </c:pt>
                <c:pt idx="63">
                  <c:v>0.32</c:v>
                </c:pt>
                <c:pt idx="64">
                  <c:v>0.47</c:v>
                </c:pt>
                <c:pt idx="65">
                  <c:v>0.47</c:v>
                </c:pt>
                <c:pt idx="66">
                  <c:v>0.64</c:v>
                </c:pt>
                <c:pt idx="67">
                  <c:v>0.69</c:v>
                </c:pt>
                <c:pt idx="68">
                  <c:v>0.55000000000000004</c:v>
                </c:pt>
                <c:pt idx="69">
                  <c:v>0.55000000000000004</c:v>
                </c:pt>
                <c:pt idx="70">
                  <c:v>0.59</c:v>
                </c:pt>
                <c:pt idx="71">
                  <c:v>0.63</c:v>
                </c:pt>
                <c:pt idx="72">
                  <c:v>0.63</c:v>
                </c:pt>
                <c:pt idx="73">
                  <c:v>0.68</c:v>
                </c:pt>
                <c:pt idx="74">
                  <c:v>0.74</c:v>
                </c:pt>
                <c:pt idx="75">
                  <c:v>0.74</c:v>
                </c:pt>
                <c:pt idx="76">
                  <c:v>0.69</c:v>
                </c:pt>
                <c:pt idx="77">
                  <c:v>0.64</c:v>
                </c:pt>
                <c:pt idx="78">
                  <c:v>0.69</c:v>
                </c:pt>
                <c:pt idx="79">
                  <c:v>0.51</c:v>
                </c:pt>
                <c:pt idx="80">
                  <c:v>0.51</c:v>
                </c:pt>
                <c:pt idx="81">
                  <c:v>0.56000000000000005</c:v>
                </c:pt>
                <c:pt idx="82">
                  <c:v>0.52</c:v>
                </c:pt>
                <c:pt idx="83">
                  <c:v>0.52</c:v>
                </c:pt>
                <c:pt idx="84">
                  <c:v>0.49</c:v>
                </c:pt>
                <c:pt idx="85">
                  <c:v>0.48</c:v>
                </c:pt>
                <c:pt idx="86">
                  <c:v>0.48</c:v>
                </c:pt>
                <c:pt idx="87">
                  <c:v>0.48</c:v>
                </c:pt>
                <c:pt idx="88">
                  <c:v>0.48</c:v>
                </c:pt>
                <c:pt idx="89">
                  <c:v>0.64</c:v>
                </c:pt>
                <c:pt idx="90">
                  <c:v>0.64</c:v>
                </c:pt>
                <c:pt idx="91">
                  <c:v>0.69</c:v>
                </c:pt>
                <c:pt idx="92">
                  <c:v>0.64</c:v>
                </c:pt>
                <c:pt idx="93">
                  <c:v>0.74</c:v>
                </c:pt>
                <c:pt idx="94">
                  <c:v>0.74</c:v>
                </c:pt>
                <c:pt idx="95">
                  <c:v>0.48</c:v>
                </c:pt>
                <c:pt idx="96">
                  <c:v>0.47</c:v>
                </c:pt>
                <c:pt idx="97">
                  <c:v>0.47</c:v>
                </c:pt>
                <c:pt idx="98">
                  <c:v>0.43</c:v>
                </c:pt>
                <c:pt idx="99">
                  <c:v>0.4</c:v>
                </c:pt>
                <c:pt idx="100">
                  <c:v>0.37</c:v>
                </c:pt>
                <c:pt idx="101">
                  <c:v>0.37</c:v>
                </c:pt>
                <c:pt idx="102">
                  <c:v>0.33</c:v>
                </c:pt>
                <c:pt idx="103">
                  <c:v>0.33</c:v>
                </c:pt>
                <c:pt idx="104">
                  <c:v>0.3</c:v>
                </c:pt>
                <c:pt idx="105">
                  <c:v>0.28000000000000003</c:v>
                </c:pt>
                <c:pt idx="106">
                  <c:v>0.28000000000000003</c:v>
                </c:pt>
                <c:pt idx="107">
                  <c:v>0.28000000000000003</c:v>
                </c:pt>
                <c:pt idx="108">
                  <c:v>0.38</c:v>
                </c:pt>
                <c:pt idx="109">
                  <c:v>0.38</c:v>
                </c:pt>
                <c:pt idx="110">
                  <c:v>0.38</c:v>
                </c:pt>
                <c:pt idx="111">
                  <c:v>0.47</c:v>
                </c:pt>
                <c:pt idx="112">
                  <c:v>0.51</c:v>
                </c:pt>
                <c:pt idx="113">
                  <c:v>0.55000000000000004</c:v>
                </c:pt>
                <c:pt idx="114">
                  <c:v>0.47</c:v>
                </c:pt>
                <c:pt idx="115">
                  <c:v>0.55000000000000004</c:v>
                </c:pt>
                <c:pt idx="116">
                  <c:v>0.64</c:v>
                </c:pt>
                <c:pt idx="117">
                  <c:v>0.64</c:v>
                </c:pt>
                <c:pt idx="118">
                  <c:v>0.64</c:v>
                </c:pt>
                <c:pt idx="119">
                  <c:v>0.69</c:v>
                </c:pt>
                <c:pt idx="120">
                  <c:v>0.63</c:v>
                </c:pt>
                <c:pt idx="121">
                  <c:v>0.59</c:v>
                </c:pt>
                <c:pt idx="122">
                  <c:v>0.59</c:v>
                </c:pt>
                <c:pt idx="123">
                  <c:v>0.51</c:v>
                </c:pt>
                <c:pt idx="124">
                  <c:v>0.47</c:v>
                </c:pt>
                <c:pt idx="125">
                  <c:v>0.44</c:v>
                </c:pt>
                <c:pt idx="126">
                  <c:v>0.35</c:v>
                </c:pt>
                <c:pt idx="127">
                  <c:v>0.35</c:v>
                </c:pt>
                <c:pt idx="128">
                  <c:v>0.36</c:v>
                </c:pt>
                <c:pt idx="129">
                  <c:v>0.36</c:v>
                </c:pt>
                <c:pt idx="130">
                  <c:v>0.38</c:v>
                </c:pt>
                <c:pt idx="131">
                  <c:v>0.51</c:v>
                </c:pt>
                <c:pt idx="132">
                  <c:v>0.51</c:v>
                </c:pt>
                <c:pt idx="133">
                  <c:v>0.55000000000000004</c:v>
                </c:pt>
                <c:pt idx="134">
                  <c:v>0.51</c:v>
                </c:pt>
                <c:pt idx="135">
                  <c:v>0.55000000000000004</c:v>
                </c:pt>
                <c:pt idx="136">
                  <c:v>0.51</c:v>
                </c:pt>
                <c:pt idx="137">
                  <c:v>0.59</c:v>
                </c:pt>
                <c:pt idx="138">
                  <c:v>0.64</c:v>
                </c:pt>
                <c:pt idx="139">
                  <c:v>0.69</c:v>
                </c:pt>
                <c:pt idx="140">
                  <c:v>0.69</c:v>
                </c:pt>
                <c:pt idx="141">
                  <c:v>0.69</c:v>
                </c:pt>
                <c:pt idx="142">
                  <c:v>0.55000000000000004</c:v>
                </c:pt>
                <c:pt idx="143">
                  <c:v>0.69</c:v>
                </c:pt>
                <c:pt idx="144">
                  <c:v>0.69</c:v>
                </c:pt>
                <c:pt idx="145">
                  <c:v>0.51</c:v>
                </c:pt>
                <c:pt idx="146">
                  <c:v>0.47</c:v>
                </c:pt>
                <c:pt idx="147">
                  <c:v>0.37</c:v>
                </c:pt>
                <c:pt idx="148">
                  <c:v>0.4</c:v>
                </c:pt>
                <c:pt idx="149">
                  <c:v>0.37</c:v>
                </c:pt>
                <c:pt idx="150">
                  <c:v>0.37</c:v>
                </c:pt>
                <c:pt idx="151">
                  <c:v>0.4</c:v>
                </c:pt>
                <c:pt idx="152">
                  <c:v>0.37</c:v>
                </c:pt>
                <c:pt idx="153">
                  <c:v>0.37</c:v>
                </c:pt>
                <c:pt idx="154">
                  <c:v>0.37</c:v>
                </c:pt>
                <c:pt idx="155">
                  <c:v>0.4</c:v>
                </c:pt>
                <c:pt idx="156">
                  <c:v>0.55000000000000004</c:v>
                </c:pt>
                <c:pt idx="157">
                  <c:v>0.47</c:v>
                </c:pt>
                <c:pt idx="158">
                  <c:v>0.47</c:v>
                </c:pt>
                <c:pt idx="159">
                  <c:v>0.43</c:v>
                </c:pt>
                <c:pt idx="160">
                  <c:v>0.51</c:v>
                </c:pt>
                <c:pt idx="161">
                  <c:v>0.51</c:v>
                </c:pt>
                <c:pt idx="162">
                  <c:v>0.55000000000000004</c:v>
                </c:pt>
                <c:pt idx="163">
                  <c:v>0.55000000000000004</c:v>
                </c:pt>
                <c:pt idx="164">
                  <c:v>0.55000000000000004</c:v>
                </c:pt>
                <c:pt idx="165">
                  <c:v>0.55000000000000004</c:v>
                </c:pt>
                <c:pt idx="166">
                  <c:v>0.74</c:v>
                </c:pt>
                <c:pt idx="167">
                  <c:v>0.74</c:v>
                </c:pt>
                <c:pt idx="168">
                  <c:v>0.74</c:v>
                </c:pt>
                <c:pt idx="169">
                  <c:v>0.93</c:v>
                </c:pt>
                <c:pt idx="170">
                  <c:v>0.93</c:v>
                </c:pt>
                <c:pt idx="171">
                  <c:v>0.8</c:v>
                </c:pt>
                <c:pt idx="172">
                  <c:v>0.69</c:v>
                </c:pt>
                <c:pt idx="173">
                  <c:v>0.59</c:v>
                </c:pt>
                <c:pt idx="174">
                  <c:v>0.44</c:v>
                </c:pt>
                <c:pt idx="175">
                  <c:v>0.32</c:v>
                </c:pt>
                <c:pt idx="176">
                  <c:v>0.32</c:v>
                </c:pt>
                <c:pt idx="177">
                  <c:v>0.28999999999999998</c:v>
                </c:pt>
                <c:pt idx="178">
                  <c:v>0.37</c:v>
                </c:pt>
                <c:pt idx="179">
                  <c:v>0.39</c:v>
                </c:pt>
                <c:pt idx="180">
                  <c:v>0.36</c:v>
                </c:pt>
                <c:pt idx="181">
                  <c:v>0.36</c:v>
                </c:pt>
                <c:pt idx="182">
                  <c:v>0.39</c:v>
                </c:pt>
                <c:pt idx="183">
                  <c:v>0.36</c:v>
                </c:pt>
                <c:pt idx="184">
                  <c:v>0.39</c:v>
                </c:pt>
                <c:pt idx="185">
                  <c:v>0.42</c:v>
                </c:pt>
                <c:pt idx="186">
                  <c:v>0.42</c:v>
                </c:pt>
                <c:pt idx="187">
                  <c:v>0.46</c:v>
                </c:pt>
                <c:pt idx="188">
                  <c:v>0.46</c:v>
                </c:pt>
                <c:pt idx="189">
                  <c:v>0.53</c:v>
                </c:pt>
                <c:pt idx="190">
                  <c:v>0.53</c:v>
                </c:pt>
                <c:pt idx="191">
                  <c:v>0.49</c:v>
                </c:pt>
                <c:pt idx="192">
                  <c:v>0.53</c:v>
                </c:pt>
                <c:pt idx="193">
                  <c:v>0.49</c:v>
                </c:pt>
                <c:pt idx="194">
                  <c:v>0.46</c:v>
                </c:pt>
                <c:pt idx="195">
                  <c:v>0.43</c:v>
                </c:pt>
                <c:pt idx="196">
                  <c:v>0.4</c:v>
                </c:pt>
                <c:pt idx="197">
                  <c:v>0.37</c:v>
                </c:pt>
                <c:pt idx="198">
                  <c:v>0.34</c:v>
                </c:pt>
                <c:pt idx="199">
                  <c:v>0.32</c:v>
                </c:pt>
                <c:pt idx="200">
                  <c:v>0.35</c:v>
                </c:pt>
                <c:pt idx="201">
                  <c:v>0.34</c:v>
                </c:pt>
                <c:pt idx="202">
                  <c:v>0.37</c:v>
                </c:pt>
                <c:pt idx="203">
                  <c:v>0.4</c:v>
                </c:pt>
                <c:pt idx="204">
                  <c:v>0.43</c:v>
                </c:pt>
                <c:pt idx="205">
                  <c:v>0.46</c:v>
                </c:pt>
                <c:pt idx="206">
                  <c:v>0.46</c:v>
                </c:pt>
                <c:pt idx="207">
                  <c:v>0.46</c:v>
                </c:pt>
                <c:pt idx="208">
                  <c:v>0.5</c:v>
                </c:pt>
                <c:pt idx="209">
                  <c:v>0.5</c:v>
                </c:pt>
                <c:pt idx="210">
                  <c:v>0.5</c:v>
                </c:pt>
                <c:pt idx="211">
                  <c:v>0.5</c:v>
                </c:pt>
                <c:pt idx="212">
                  <c:v>0.5</c:v>
                </c:pt>
                <c:pt idx="213">
                  <c:v>0.54</c:v>
                </c:pt>
                <c:pt idx="214">
                  <c:v>0.54</c:v>
                </c:pt>
                <c:pt idx="215">
                  <c:v>0.5</c:v>
                </c:pt>
                <c:pt idx="216">
                  <c:v>0.5</c:v>
                </c:pt>
                <c:pt idx="217">
                  <c:v>0.5</c:v>
                </c:pt>
                <c:pt idx="218">
                  <c:v>0.5</c:v>
                </c:pt>
                <c:pt idx="219">
                  <c:v>0.5</c:v>
                </c:pt>
                <c:pt idx="220">
                  <c:v>0.47</c:v>
                </c:pt>
                <c:pt idx="221">
                  <c:v>0.4</c:v>
                </c:pt>
                <c:pt idx="222">
                  <c:v>0.4</c:v>
                </c:pt>
                <c:pt idx="223">
                  <c:v>0.4</c:v>
                </c:pt>
                <c:pt idx="224">
                  <c:v>0.4</c:v>
                </c:pt>
                <c:pt idx="225">
                  <c:v>0.4</c:v>
                </c:pt>
                <c:pt idx="226">
                  <c:v>0.4</c:v>
                </c:pt>
                <c:pt idx="227">
                  <c:v>0.4</c:v>
                </c:pt>
                <c:pt idx="228">
                  <c:v>0.47</c:v>
                </c:pt>
                <c:pt idx="229">
                  <c:v>0.5</c:v>
                </c:pt>
                <c:pt idx="230">
                  <c:v>0.59</c:v>
                </c:pt>
                <c:pt idx="231">
                  <c:v>0.59</c:v>
                </c:pt>
                <c:pt idx="232">
                  <c:v>0.59</c:v>
                </c:pt>
                <c:pt idx="233">
                  <c:v>0.59</c:v>
                </c:pt>
                <c:pt idx="234">
                  <c:v>0.59</c:v>
                </c:pt>
                <c:pt idx="235">
                  <c:v>0.55000000000000004</c:v>
                </c:pt>
                <c:pt idx="236">
                  <c:v>0.55000000000000004</c:v>
                </c:pt>
                <c:pt idx="237">
                  <c:v>0.55000000000000004</c:v>
                </c:pt>
                <c:pt idx="238">
                  <c:v>0.55000000000000004</c:v>
                </c:pt>
                <c:pt idx="239">
                  <c:v>0.51</c:v>
                </c:pt>
                <c:pt idx="240">
                  <c:v>0.51</c:v>
                </c:pt>
                <c:pt idx="241">
                  <c:v>0.51</c:v>
                </c:pt>
                <c:pt idx="242">
                  <c:v>0.47</c:v>
                </c:pt>
                <c:pt idx="243">
                  <c:v>0.51</c:v>
                </c:pt>
                <c:pt idx="244">
                  <c:v>0.59</c:v>
                </c:pt>
                <c:pt idx="245">
                  <c:v>0.59</c:v>
                </c:pt>
                <c:pt idx="246">
                  <c:v>0.8</c:v>
                </c:pt>
                <c:pt idx="247">
                  <c:v>0.86</c:v>
                </c:pt>
                <c:pt idx="248">
                  <c:v>0.86</c:v>
                </c:pt>
                <c:pt idx="249">
                  <c:v>0.93</c:v>
                </c:pt>
                <c:pt idx="250">
                  <c:v>0.93</c:v>
                </c:pt>
                <c:pt idx="251">
                  <c:v>0.93</c:v>
                </c:pt>
                <c:pt idx="252">
                  <c:v>0.86</c:v>
                </c:pt>
                <c:pt idx="253">
                  <c:v>0.93</c:v>
                </c:pt>
                <c:pt idx="254">
                  <c:v>0.93</c:v>
                </c:pt>
                <c:pt idx="255">
                  <c:v>0.86</c:v>
                </c:pt>
                <c:pt idx="256">
                  <c:v>0.86</c:v>
                </c:pt>
                <c:pt idx="257">
                  <c:v>0.86</c:v>
                </c:pt>
                <c:pt idx="258">
                  <c:v>0.86</c:v>
                </c:pt>
                <c:pt idx="259">
                  <c:v>0.93</c:v>
                </c:pt>
                <c:pt idx="260">
                  <c:v>0.69</c:v>
                </c:pt>
                <c:pt idx="261">
                  <c:v>0.59</c:v>
                </c:pt>
                <c:pt idx="262">
                  <c:v>0.59</c:v>
                </c:pt>
                <c:pt idx="263">
                  <c:v>0.55000000000000004</c:v>
                </c:pt>
                <c:pt idx="264">
                  <c:v>0.51</c:v>
                </c:pt>
                <c:pt idx="265">
                  <c:v>0.47</c:v>
                </c:pt>
                <c:pt idx="266">
                  <c:v>0.44</c:v>
                </c:pt>
                <c:pt idx="267">
                  <c:v>0.47</c:v>
                </c:pt>
                <c:pt idx="268">
                  <c:v>0.47</c:v>
                </c:pt>
                <c:pt idx="269">
                  <c:v>0.44</c:v>
                </c:pt>
                <c:pt idx="270">
                  <c:v>0.47</c:v>
                </c:pt>
                <c:pt idx="271">
                  <c:v>0.47</c:v>
                </c:pt>
                <c:pt idx="272">
                  <c:v>0.47</c:v>
                </c:pt>
                <c:pt idx="273">
                  <c:v>0.5</c:v>
                </c:pt>
                <c:pt idx="274">
                  <c:v>0.55000000000000004</c:v>
                </c:pt>
                <c:pt idx="275">
                  <c:v>0.55000000000000004</c:v>
                </c:pt>
                <c:pt idx="276">
                  <c:v>0.59</c:v>
                </c:pt>
                <c:pt idx="277">
                  <c:v>0.59</c:v>
                </c:pt>
                <c:pt idx="278">
                  <c:v>0.5</c:v>
                </c:pt>
                <c:pt idx="279">
                  <c:v>0.5</c:v>
                </c:pt>
                <c:pt idx="280">
                  <c:v>0.5</c:v>
                </c:pt>
                <c:pt idx="281">
                  <c:v>0.5</c:v>
                </c:pt>
                <c:pt idx="282">
                  <c:v>0.5</c:v>
                </c:pt>
                <c:pt idx="283">
                  <c:v>0.54</c:v>
                </c:pt>
                <c:pt idx="284">
                  <c:v>0.54</c:v>
                </c:pt>
                <c:pt idx="285">
                  <c:v>0.5</c:v>
                </c:pt>
                <c:pt idx="286">
                  <c:v>0.5</c:v>
                </c:pt>
                <c:pt idx="287">
                  <c:v>0.5</c:v>
                </c:pt>
                <c:pt idx="288">
                  <c:v>0.44</c:v>
                </c:pt>
                <c:pt idx="289">
                  <c:v>0.44</c:v>
                </c:pt>
                <c:pt idx="290">
                  <c:v>0.41</c:v>
                </c:pt>
                <c:pt idx="291">
                  <c:v>0.41</c:v>
                </c:pt>
                <c:pt idx="292">
                  <c:v>0.38</c:v>
                </c:pt>
                <c:pt idx="293">
                  <c:v>0.38</c:v>
                </c:pt>
                <c:pt idx="294">
                  <c:v>0.4</c:v>
                </c:pt>
                <c:pt idx="295">
                  <c:v>0.4</c:v>
                </c:pt>
                <c:pt idx="296">
                  <c:v>0.47</c:v>
                </c:pt>
                <c:pt idx="297">
                  <c:v>0.47</c:v>
                </c:pt>
                <c:pt idx="298">
                  <c:v>0.46</c:v>
                </c:pt>
                <c:pt idx="299">
                  <c:v>0.46</c:v>
                </c:pt>
                <c:pt idx="300">
                  <c:v>0.5</c:v>
                </c:pt>
                <c:pt idx="301">
                  <c:v>0.5</c:v>
                </c:pt>
                <c:pt idx="302">
                  <c:v>0.54</c:v>
                </c:pt>
                <c:pt idx="303">
                  <c:v>0.54</c:v>
                </c:pt>
                <c:pt idx="304">
                  <c:v>0.54</c:v>
                </c:pt>
                <c:pt idx="305">
                  <c:v>0.54</c:v>
                </c:pt>
                <c:pt idx="306">
                  <c:v>0.54</c:v>
                </c:pt>
                <c:pt idx="307">
                  <c:v>0.74</c:v>
                </c:pt>
                <c:pt idx="308">
                  <c:v>0.68</c:v>
                </c:pt>
                <c:pt idx="309">
                  <c:v>0.69</c:v>
                </c:pt>
                <c:pt idx="310">
                  <c:v>0.55000000000000004</c:v>
                </c:pt>
                <c:pt idx="311">
                  <c:v>0.51</c:v>
                </c:pt>
                <c:pt idx="312">
                  <c:v>0.44</c:v>
                </c:pt>
                <c:pt idx="313">
                  <c:v>0.37</c:v>
                </c:pt>
                <c:pt idx="314">
                  <c:v>0.41</c:v>
                </c:pt>
                <c:pt idx="315">
                  <c:v>0.38</c:v>
                </c:pt>
                <c:pt idx="316">
                  <c:v>0.41</c:v>
                </c:pt>
                <c:pt idx="317">
                  <c:v>0.41</c:v>
                </c:pt>
                <c:pt idx="318">
                  <c:v>0.47</c:v>
                </c:pt>
                <c:pt idx="319">
                  <c:v>0.59</c:v>
                </c:pt>
                <c:pt idx="320">
                  <c:v>0.59</c:v>
                </c:pt>
                <c:pt idx="321">
                  <c:v>0.69</c:v>
                </c:pt>
                <c:pt idx="322">
                  <c:v>0.69</c:v>
                </c:pt>
                <c:pt idx="323">
                  <c:v>0.55000000000000004</c:v>
                </c:pt>
                <c:pt idx="324">
                  <c:v>0.55000000000000004</c:v>
                </c:pt>
                <c:pt idx="325">
                  <c:v>0.59</c:v>
                </c:pt>
                <c:pt idx="326">
                  <c:v>0.59</c:v>
                </c:pt>
                <c:pt idx="327">
                  <c:v>0.59</c:v>
                </c:pt>
                <c:pt idx="328">
                  <c:v>0.59</c:v>
                </c:pt>
                <c:pt idx="329">
                  <c:v>0.59</c:v>
                </c:pt>
                <c:pt idx="330">
                  <c:v>0.63</c:v>
                </c:pt>
                <c:pt idx="331">
                  <c:v>0.63</c:v>
                </c:pt>
                <c:pt idx="332">
                  <c:v>0.63</c:v>
                </c:pt>
                <c:pt idx="333">
                  <c:v>0.64</c:v>
                </c:pt>
                <c:pt idx="334">
                  <c:v>0.59</c:v>
                </c:pt>
                <c:pt idx="335">
                  <c:v>0.55000000000000004</c:v>
                </c:pt>
                <c:pt idx="336">
                  <c:v>0.48</c:v>
                </c:pt>
                <c:pt idx="337">
                  <c:v>0.38</c:v>
                </c:pt>
                <c:pt idx="338">
                  <c:v>0.39</c:v>
                </c:pt>
                <c:pt idx="339">
                  <c:v>0.36</c:v>
                </c:pt>
                <c:pt idx="340">
                  <c:v>0.34</c:v>
                </c:pt>
                <c:pt idx="341">
                  <c:v>0.36</c:v>
                </c:pt>
                <c:pt idx="342">
                  <c:v>0.45</c:v>
                </c:pt>
                <c:pt idx="343">
                  <c:v>0.39</c:v>
                </c:pt>
                <c:pt idx="344">
                  <c:v>0.39</c:v>
                </c:pt>
                <c:pt idx="345">
                  <c:v>0.39</c:v>
                </c:pt>
                <c:pt idx="346">
                  <c:v>0.42</c:v>
                </c:pt>
                <c:pt idx="347">
                  <c:v>0.45</c:v>
                </c:pt>
                <c:pt idx="348">
                  <c:v>0.56000000000000005</c:v>
                </c:pt>
                <c:pt idx="349">
                  <c:v>0.56000000000000005</c:v>
                </c:pt>
                <c:pt idx="350">
                  <c:v>0.56000000000000005</c:v>
                </c:pt>
                <c:pt idx="351">
                  <c:v>0.69</c:v>
                </c:pt>
                <c:pt idx="352">
                  <c:v>0.56000000000000005</c:v>
                </c:pt>
                <c:pt idx="353">
                  <c:v>0.56000000000000005</c:v>
                </c:pt>
                <c:pt idx="354">
                  <c:v>0.56000000000000005</c:v>
                </c:pt>
                <c:pt idx="355">
                  <c:v>0.56000000000000005</c:v>
                </c:pt>
                <c:pt idx="356">
                  <c:v>0.55000000000000004</c:v>
                </c:pt>
                <c:pt idx="357">
                  <c:v>0.51</c:v>
                </c:pt>
                <c:pt idx="358">
                  <c:v>0.51</c:v>
                </c:pt>
                <c:pt idx="359">
                  <c:v>0.44</c:v>
                </c:pt>
                <c:pt idx="360">
                  <c:v>0.41</c:v>
                </c:pt>
                <c:pt idx="361">
                  <c:v>0.35</c:v>
                </c:pt>
                <c:pt idx="362">
                  <c:v>0.36</c:v>
                </c:pt>
                <c:pt idx="363">
                  <c:v>0.38</c:v>
                </c:pt>
                <c:pt idx="364">
                  <c:v>0.38</c:v>
                </c:pt>
                <c:pt idx="365">
                  <c:v>0.37</c:v>
                </c:pt>
                <c:pt idx="366">
                  <c:v>0.4</c:v>
                </c:pt>
                <c:pt idx="367">
                  <c:v>0.47</c:v>
                </c:pt>
                <c:pt idx="368">
                  <c:v>0.47</c:v>
                </c:pt>
                <c:pt idx="369">
                  <c:v>0.51</c:v>
                </c:pt>
                <c:pt idx="370">
                  <c:v>0.49</c:v>
                </c:pt>
                <c:pt idx="371">
                  <c:v>0.4</c:v>
                </c:pt>
                <c:pt idx="372">
                  <c:v>0.47</c:v>
                </c:pt>
                <c:pt idx="373">
                  <c:v>0.44</c:v>
                </c:pt>
                <c:pt idx="374">
                  <c:v>0.43</c:v>
                </c:pt>
                <c:pt idx="375">
                  <c:v>0.43</c:v>
                </c:pt>
                <c:pt idx="376">
                  <c:v>0.43</c:v>
                </c:pt>
                <c:pt idx="377">
                  <c:v>0.43</c:v>
                </c:pt>
                <c:pt idx="378">
                  <c:v>0.43</c:v>
                </c:pt>
                <c:pt idx="379">
                  <c:v>0.5</c:v>
                </c:pt>
                <c:pt idx="380">
                  <c:v>0.47</c:v>
                </c:pt>
                <c:pt idx="381">
                  <c:v>0.47</c:v>
                </c:pt>
                <c:pt idx="382">
                  <c:v>0.5</c:v>
                </c:pt>
                <c:pt idx="383">
                  <c:v>0.55000000000000004</c:v>
                </c:pt>
                <c:pt idx="384">
                  <c:v>0.47</c:v>
                </c:pt>
                <c:pt idx="385">
                  <c:v>0.47</c:v>
                </c:pt>
                <c:pt idx="386">
                  <c:v>0.43</c:v>
                </c:pt>
                <c:pt idx="387">
                  <c:v>0.47</c:v>
                </c:pt>
                <c:pt idx="388">
                  <c:v>0.47</c:v>
                </c:pt>
                <c:pt idx="389">
                  <c:v>0.51</c:v>
                </c:pt>
                <c:pt idx="390">
                  <c:v>0.55000000000000004</c:v>
                </c:pt>
                <c:pt idx="391">
                  <c:v>0.59</c:v>
                </c:pt>
                <c:pt idx="392">
                  <c:v>0.8</c:v>
                </c:pt>
                <c:pt idx="393">
                  <c:v>0.8</c:v>
                </c:pt>
                <c:pt idx="394">
                  <c:v>0.93</c:v>
                </c:pt>
                <c:pt idx="395">
                  <c:v>0.86</c:v>
                </c:pt>
                <c:pt idx="396">
                  <c:v>0.86</c:v>
                </c:pt>
                <c:pt idx="397">
                  <c:v>0.86</c:v>
                </c:pt>
                <c:pt idx="398">
                  <c:v>0.8</c:v>
                </c:pt>
                <c:pt idx="399">
                  <c:v>0.87</c:v>
                </c:pt>
                <c:pt idx="400">
                  <c:v>0.87</c:v>
                </c:pt>
                <c:pt idx="401">
                  <c:v>0.82</c:v>
                </c:pt>
                <c:pt idx="402">
                  <c:v>0.8</c:v>
                </c:pt>
                <c:pt idx="403">
                  <c:v>0.8</c:v>
                </c:pt>
                <c:pt idx="404">
                  <c:v>0.87</c:v>
                </c:pt>
                <c:pt idx="405">
                  <c:v>0.93</c:v>
                </c:pt>
                <c:pt idx="406">
                  <c:v>0.93</c:v>
                </c:pt>
                <c:pt idx="407">
                  <c:v>0.93</c:v>
                </c:pt>
                <c:pt idx="408">
                  <c:v>0.93</c:v>
                </c:pt>
                <c:pt idx="409">
                  <c:v>0.93</c:v>
                </c:pt>
                <c:pt idx="410">
                  <c:v>0.93</c:v>
                </c:pt>
                <c:pt idx="411">
                  <c:v>0.93</c:v>
                </c:pt>
                <c:pt idx="412">
                  <c:v>0.93</c:v>
                </c:pt>
                <c:pt idx="413">
                  <c:v>0.93</c:v>
                </c:pt>
                <c:pt idx="414">
                  <c:v>0.92</c:v>
                </c:pt>
                <c:pt idx="415">
                  <c:v>0.93</c:v>
                </c:pt>
                <c:pt idx="416">
                  <c:v>0.93</c:v>
                </c:pt>
                <c:pt idx="417">
                  <c:v>0.93</c:v>
                </c:pt>
                <c:pt idx="418">
                  <c:v>0.87</c:v>
                </c:pt>
                <c:pt idx="419">
                  <c:v>0.81</c:v>
                </c:pt>
                <c:pt idx="420">
                  <c:v>0.62</c:v>
                </c:pt>
                <c:pt idx="421">
                  <c:v>0.57999999999999996</c:v>
                </c:pt>
                <c:pt idx="422">
                  <c:v>0.54</c:v>
                </c:pt>
                <c:pt idx="423">
                  <c:v>0.57999999999999996</c:v>
                </c:pt>
                <c:pt idx="424">
                  <c:v>0.56999999999999995</c:v>
                </c:pt>
                <c:pt idx="425">
                  <c:v>0.61</c:v>
                </c:pt>
                <c:pt idx="426">
                  <c:v>0.56999999999999995</c:v>
                </c:pt>
                <c:pt idx="427">
                  <c:v>0.49</c:v>
                </c:pt>
                <c:pt idx="428">
                  <c:v>0.49</c:v>
                </c:pt>
                <c:pt idx="429">
                  <c:v>0.52</c:v>
                </c:pt>
                <c:pt idx="430">
                  <c:v>0.52</c:v>
                </c:pt>
                <c:pt idx="431">
                  <c:v>0.56000000000000005</c:v>
                </c:pt>
                <c:pt idx="432">
                  <c:v>0.56000000000000005</c:v>
                </c:pt>
                <c:pt idx="433">
                  <c:v>0.56000000000000005</c:v>
                </c:pt>
                <c:pt idx="434">
                  <c:v>0.56000000000000005</c:v>
                </c:pt>
                <c:pt idx="435">
                  <c:v>0.56000000000000005</c:v>
                </c:pt>
                <c:pt idx="436">
                  <c:v>0.6</c:v>
                </c:pt>
                <c:pt idx="437">
                  <c:v>0.6</c:v>
                </c:pt>
                <c:pt idx="438">
                  <c:v>0.55000000000000004</c:v>
                </c:pt>
                <c:pt idx="439">
                  <c:v>0.55000000000000004</c:v>
                </c:pt>
                <c:pt idx="440">
                  <c:v>0.52</c:v>
                </c:pt>
                <c:pt idx="441">
                  <c:v>0.48</c:v>
                </c:pt>
                <c:pt idx="442">
                  <c:v>0.45</c:v>
                </c:pt>
                <c:pt idx="443">
                  <c:v>0.42</c:v>
                </c:pt>
                <c:pt idx="444">
                  <c:v>0.45</c:v>
                </c:pt>
                <c:pt idx="445">
                  <c:v>0.45</c:v>
                </c:pt>
                <c:pt idx="446">
                  <c:v>0.45</c:v>
                </c:pt>
                <c:pt idx="447">
                  <c:v>0.49</c:v>
                </c:pt>
                <c:pt idx="448">
                  <c:v>0.49</c:v>
                </c:pt>
                <c:pt idx="449">
                  <c:v>0.56000000000000005</c:v>
                </c:pt>
                <c:pt idx="450">
                  <c:v>0.56000000000000005</c:v>
                </c:pt>
                <c:pt idx="451">
                  <c:v>0.6</c:v>
                </c:pt>
                <c:pt idx="452">
                  <c:v>0.6</c:v>
                </c:pt>
                <c:pt idx="453">
                  <c:v>0.65</c:v>
                </c:pt>
                <c:pt idx="454">
                  <c:v>0.65</c:v>
                </c:pt>
                <c:pt idx="455">
                  <c:v>0.7</c:v>
                </c:pt>
                <c:pt idx="456">
                  <c:v>0.7</c:v>
                </c:pt>
                <c:pt idx="457">
                  <c:v>0.75</c:v>
                </c:pt>
                <c:pt idx="458">
                  <c:v>0.8</c:v>
                </c:pt>
                <c:pt idx="459">
                  <c:v>0.87</c:v>
                </c:pt>
                <c:pt idx="460">
                  <c:v>0.6</c:v>
                </c:pt>
                <c:pt idx="461">
                  <c:v>0.55000000000000004</c:v>
                </c:pt>
                <c:pt idx="462">
                  <c:v>0.51</c:v>
                </c:pt>
                <c:pt idx="463">
                  <c:v>0.47</c:v>
                </c:pt>
                <c:pt idx="464">
                  <c:v>0.51</c:v>
                </c:pt>
                <c:pt idx="465">
                  <c:v>0.47</c:v>
                </c:pt>
                <c:pt idx="466">
                  <c:v>0.41</c:v>
                </c:pt>
                <c:pt idx="467">
                  <c:v>0.27</c:v>
                </c:pt>
                <c:pt idx="468">
                  <c:v>0.21</c:v>
                </c:pt>
                <c:pt idx="469">
                  <c:v>0.25</c:v>
                </c:pt>
                <c:pt idx="470">
                  <c:v>0.26</c:v>
                </c:pt>
                <c:pt idx="471">
                  <c:v>0.26</c:v>
                </c:pt>
                <c:pt idx="472">
                  <c:v>0.28000000000000003</c:v>
                </c:pt>
                <c:pt idx="473">
                  <c:v>0.3</c:v>
                </c:pt>
                <c:pt idx="474">
                  <c:v>0.3</c:v>
                </c:pt>
                <c:pt idx="475">
                  <c:v>0.33</c:v>
                </c:pt>
                <c:pt idx="476">
                  <c:v>0.38</c:v>
                </c:pt>
                <c:pt idx="477">
                  <c:v>0.41</c:v>
                </c:pt>
                <c:pt idx="478">
                  <c:v>0.38</c:v>
                </c:pt>
                <c:pt idx="479">
                  <c:v>0.45</c:v>
                </c:pt>
                <c:pt idx="480">
                  <c:v>0.41</c:v>
                </c:pt>
                <c:pt idx="481">
                  <c:v>0.41</c:v>
                </c:pt>
                <c:pt idx="482">
                  <c:v>0.41</c:v>
                </c:pt>
                <c:pt idx="483">
                  <c:v>0.48</c:v>
                </c:pt>
                <c:pt idx="484">
                  <c:v>0.44</c:v>
                </c:pt>
                <c:pt idx="485">
                  <c:v>0.44</c:v>
                </c:pt>
                <c:pt idx="486">
                  <c:v>0.44</c:v>
                </c:pt>
                <c:pt idx="487">
                  <c:v>0.41</c:v>
                </c:pt>
                <c:pt idx="488">
                  <c:v>0.41</c:v>
                </c:pt>
                <c:pt idx="489">
                  <c:v>0.38</c:v>
                </c:pt>
                <c:pt idx="490">
                  <c:v>0.38</c:v>
                </c:pt>
                <c:pt idx="491">
                  <c:v>0.35</c:v>
                </c:pt>
                <c:pt idx="492">
                  <c:v>0.33</c:v>
                </c:pt>
                <c:pt idx="493">
                  <c:v>0.28000000000000003</c:v>
                </c:pt>
                <c:pt idx="494">
                  <c:v>0.28000000000000003</c:v>
                </c:pt>
                <c:pt idx="495">
                  <c:v>0.28000000000000003</c:v>
                </c:pt>
                <c:pt idx="496">
                  <c:v>0.35</c:v>
                </c:pt>
                <c:pt idx="497">
                  <c:v>0.35</c:v>
                </c:pt>
                <c:pt idx="498">
                  <c:v>0.45</c:v>
                </c:pt>
                <c:pt idx="499">
                  <c:v>0.41</c:v>
                </c:pt>
                <c:pt idx="500">
                  <c:v>0.49</c:v>
                </c:pt>
                <c:pt idx="501">
                  <c:v>0.56999999999999995</c:v>
                </c:pt>
                <c:pt idx="502">
                  <c:v>0.56999999999999995</c:v>
                </c:pt>
                <c:pt idx="503">
                  <c:v>0.56999999999999995</c:v>
                </c:pt>
                <c:pt idx="504">
                  <c:v>0.62</c:v>
                </c:pt>
                <c:pt idx="505">
                  <c:v>0.62</c:v>
                </c:pt>
                <c:pt idx="506">
                  <c:v>0.56999999999999995</c:v>
                </c:pt>
                <c:pt idx="507">
                  <c:v>0.56999999999999995</c:v>
                </c:pt>
                <c:pt idx="508">
                  <c:v>0.57999999999999996</c:v>
                </c:pt>
                <c:pt idx="509">
                  <c:v>0.62</c:v>
                </c:pt>
                <c:pt idx="510">
                  <c:v>0.54</c:v>
                </c:pt>
                <c:pt idx="511">
                  <c:v>0.46</c:v>
                </c:pt>
                <c:pt idx="512">
                  <c:v>0.43</c:v>
                </c:pt>
                <c:pt idx="513">
                  <c:v>0.37</c:v>
                </c:pt>
                <c:pt idx="514">
                  <c:v>0.33</c:v>
                </c:pt>
                <c:pt idx="515">
                  <c:v>0.28000000000000003</c:v>
                </c:pt>
                <c:pt idx="516">
                  <c:v>0.28000000000000003</c:v>
                </c:pt>
                <c:pt idx="517">
                  <c:v>0.26</c:v>
                </c:pt>
                <c:pt idx="518">
                  <c:v>0.26</c:v>
                </c:pt>
                <c:pt idx="519">
                  <c:v>0.3</c:v>
                </c:pt>
                <c:pt idx="520">
                  <c:v>0.3</c:v>
                </c:pt>
                <c:pt idx="521">
                  <c:v>0.36</c:v>
                </c:pt>
                <c:pt idx="522">
                  <c:v>0.36</c:v>
                </c:pt>
                <c:pt idx="523">
                  <c:v>0.38</c:v>
                </c:pt>
                <c:pt idx="524">
                  <c:v>0.41</c:v>
                </c:pt>
                <c:pt idx="525">
                  <c:v>0.41</c:v>
                </c:pt>
                <c:pt idx="526">
                  <c:v>0.45</c:v>
                </c:pt>
                <c:pt idx="527">
                  <c:v>0.45</c:v>
                </c:pt>
                <c:pt idx="528">
                  <c:v>0.48</c:v>
                </c:pt>
                <c:pt idx="529">
                  <c:v>0.48</c:v>
                </c:pt>
                <c:pt idx="530">
                  <c:v>0.48</c:v>
                </c:pt>
                <c:pt idx="531">
                  <c:v>0.48</c:v>
                </c:pt>
                <c:pt idx="532">
                  <c:v>0.49</c:v>
                </c:pt>
                <c:pt idx="533">
                  <c:v>0.41</c:v>
                </c:pt>
                <c:pt idx="534">
                  <c:v>0.42</c:v>
                </c:pt>
                <c:pt idx="535">
                  <c:v>0.46</c:v>
                </c:pt>
                <c:pt idx="536">
                  <c:v>0.42</c:v>
                </c:pt>
                <c:pt idx="537">
                  <c:v>0.43</c:v>
                </c:pt>
                <c:pt idx="538">
                  <c:v>0.46</c:v>
                </c:pt>
                <c:pt idx="539">
                  <c:v>0.4</c:v>
                </c:pt>
                <c:pt idx="540">
                  <c:v>0.47</c:v>
                </c:pt>
                <c:pt idx="541">
                  <c:v>0.5</c:v>
                </c:pt>
                <c:pt idx="542">
                  <c:v>0.59</c:v>
                </c:pt>
                <c:pt idx="543">
                  <c:v>0.54</c:v>
                </c:pt>
                <c:pt idx="544">
                  <c:v>0.59</c:v>
                </c:pt>
                <c:pt idx="545">
                  <c:v>0.63</c:v>
                </c:pt>
                <c:pt idx="546">
                  <c:v>0.63</c:v>
                </c:pt>
                <c:pt idx="547">
                  <c:v>0.64</c:v>
                </c:pt>
                <c:pt idx="548">
                  <c:v>0.69</c:v>
                </c:pt>
                <c:pt idx="549">
                  <c:v>0.69</c:v>
                </c:pt>
                <c:pt idx="550">
                  <c:v>0.69</c:v>
                </c:pt>
                <c:pt idx="551">
                  <c:v>0.74</c:v>
                </c:pt>
                <c:pt idx="552">
                  <c:v>0.74</c:v>
                </c:pt>
                <c:pt idx="553">
                  <c:v>0.74</c:v>
                </c:pt>
                <c:pt idx="554">
                  <c:v>0.74</c:v>
                </c:pt>
                <c:pt idx="555">
                  <c:v>0.74</c:v>
                </c:pt>
                <c:pt idx="556">
                  <c:v>0.64</c:v>
                </c:pt>
                <c:pt idx="557">
                  <c:v>0.6</c:v>
                </c:pt>
                <c:pt idx="558">
                  <c:v>0.6</c:v>
                </c:pt>
                <c:pt idx="559">
                  <c:v>0.56000000000000005</c:v>
                </c:pt>
                <c:pt idx="560">
                  <c:v>0.56000000000000005</c:v>
                </c:pt>
                <c:pt idx="561">
                  <c:v>0.45</c:v>
                </c:pt>
                <c:pt idx="562">
                  <c:v>0.42</c:v>
                </c:pt>
                <c:pt idx="563">
                  <c:v>0.42</c:v>
                </c:pt>
                <c:pt idx="564">
                  <c:v>0.45</c:v>
                </c:pt>
                <c:pt idx="565">
                  <c:v>0.49</c:v>
                </c:pt>
                <c:pt idx="566">
                  <c:v>0.65</c:v>
                </c:pt>
                <c:pt idx="567">
                  <c:v>0.65</c:v>
                </c:pt>
                <c:pt idx="568">
                  <c:v>0.65</c:v>
                </c:pt>
                <c:pt idx="569">
                  <c:v>0.64</c:v>
                </c:pt>
                <c:pt idx="570">
                  <c:v>0.64</c:v>
                </c:pt>
                <c:pt idx="571">
                  <c:v>0.69</c:v>
                </c:pt>
                <c:pt idx="572">
                  <c:v>0.65</c:v>
                </c:pt>
                <c:pt idx="573">
                  <c:v>0.69</c:v>
                </c:pt>
                <c:pt idx="574">
                  <c:v>0.86</c:v>
                </c:pt>
                <c:pt idx="575">
                  <c:v>0.86</c:v>
                </c:pt>
                <c:pt idx="576">
                  <c:v>0.87</c:v>
                </c:pt>
                <c:pt idx="577">
                  <c:v>0.87</c:v>
                </c:pt>
                <c:pt idx="578">
                  <c:v>0.87</c:v>
                </c:pt>
                <c:pt idx="579">
                  <c:v>0.93</c:v>
                </c:pt>
                <c:pt idx="580">
                  <c:v>0.93</c:v>
                </c:pt>
                <c:pt idx="581">
                  <c:v>0.93</c:v>
                </c:pt>
                <c:pt idx="582">
                  <c:v>0.93</c:v>
                </c:pt>
                <c:pt idx="583">
                  <c:v>0.93</c:v>
                </c:pt>
                <c:pt idx="584">
                  <c:v>0.93</c:v>
                </c:pt>
                <c:pt idx="585">
                  <c:v>0.93</c:v>
                </c:pt>
                <c:pt idx="586">
                  <c:v>0.93</c:v>
                </c:pt>
                <c:pt idx="587">
                  <c:v>0.55000000000000004</c:v>
                </c:pt>
                <c:pt idx="588">
                  <c:v>0.55000000000000004</c:v>
                </c:pt>
                <c:pt idx="589">
                  <c:v>0.69</c:v>
                </c:pt>
                <c:pt idx="590">
                  <c:v>0.69</c:v>
                </c:pt>
                <c:pt idx="591">
                  <c:v>0.74</c:v>
                </c:pt>
                <c:pt idx="592">
                  <c:v>0.74</c:v>
                </c:pt>
                <c:pt idx="593">
                  <c:v>0.74</c:v>
                </c:pt>
                <c:pt idx="594">
                  <c:v>0.8</c:v>
                </c:pt>
                <c:pt idx="595">
                  <c:v>0.75</c:v>
                </c:pt>
                <c:pt idx="596">
                  <c:v>0.75</c:v>
                </c:pt>
                <c:pt idx="597">
                  <c:v>0.75</c:v>
                </c:pt>
                <c:pt idx="598">
                  <c:v>0.75</c:v>
                </c:pt>
                <c:pt idx="599">
                  <c:v>0.8</c:v>
                </c:pt>
                <c:pt idx="600">
                  <c:v>0.8</c:v>
                </c:pt>
                <c:pt idx="601">
                  <c:v>0.86</c:v>
                </c:pt>
                <c:pt idx="602">
                  <c:v>0.86</c:v>
                </c:pt>
                <c:pt idx="603">
                  <c:v>0.86</c:v>
                </c:pt>
                <c:pt idx="604">
                  <c:v>0.86</c:v>
                </c:pt>
                <c:pt idx="605">
                  <c:v>0.93</c:v>
                </c:pt>
                <c:pt idx="606">
                  <c:v>0.93</c:v>
                </c:pt>
                <c:pt idx="607">
                  <c:v>0.93</c:v>
                </c:pt>
                <c:pt idx="608">
                  <c:v>0.8</c:v>
                </c:pt>
                <c:pt idx="609">
                  <c:v>0.86</c:v>
                </c:pt>
                <c:pt idx="610">
                  <c:v>0.8</c:v>
                </c:pt>
                <c:pt idx="611">
                  <c:v>0.75</c:v>
                </c:pt>
                <c:pt idx="612">
                  <c:v>0.75</c:v>
                </c:pt>
                <c:pt idx="613">
                  <c:v>0.75</c:v>
                </c:pt>
                <c:pt idx="614">
                  <c:v>0.7</c:v>
                </c:pt>
                <c:pt idx="615">
                  <c:v>0.75</c:v>
                </c:pt>
                <c:pt idx="616">
                  <c:v>0.65</c:v>
                </c:pt>
                <c:pt idx="617">
                  <c:v>0.6</c:v>
                </c:pt>
                <c:pt idx="618">
                  <c:v>0.64</c:v>
                </c:pt>
                <c:pt idx="619">
                  <c:v>0.64</c:v>
                </c:pt>
                <c:pt idx="620">
                  <c:v>0.64</c:v>
                </c:pt>
                <c:pt idx="621">
                  <c:v>0.64</c:v>
                </c:pt>
                <c:pt idx="622">
                  <c:v>0.69</c:v>
                </c:pt>
                <c:pt idx="623">
                  <c:v>0.64</c:v>
                </c:pt>
                <c:pt idx="624">
                  <c:v>0.59</c:v>
                </c:pt>
                <c:pt idx="625">
                  <c:v>0.55000000000000004</c:v>
                </c:pt>
                <c:pt idx="626">
                  <c:v>0.59</c:v>
                </c:pt>
                <c:pt idx="627">
                  <c:v>0.64</c:v>
                </c:pt>
                <c:pt idx="628">
                  <c:v>0.64</c:v>
                </c:pt>
                <c:pt idx="629">
                  <c:v>0.59</c:v>
                </c:pt>
                <c:pt idx="630">
                  <c:v>0.55000000000000004</c:v>
                </c:pt>
                <c:pt idx="631">
                  <c:v>0.6</c:v>
                </c:pt>
                <c:pt idx="632">
                  <c:v>0.69</c:v>
                </c:pt>
                <c:pt idx="633">
                  <c:v>0.6</c:v>
                </c:pt>
                <c:pt idx="634">
                  <c:v>0.6</c:v>
                </c:pt>
                <c:pt idx="635">
                  <c:v>0.69</c:v>
                </c:pt>
                <c:pt idx="636">
                  <c:v>0.69</c:v>
                </c:pt>
                <c:pt idx="637">
                  <c:v>0.74</c:v>
                </c:pt>
                <c:pt idx="638">
                  <c:v>0.74</c:v>
                </c:pt>
                <c:pt idx="639">
                  <c:v>0.8</c:v>
                </c:pt>
                <c:pt idx="640">
                  <c:v>0.8</c:v>
                </c:pt>
                <c:pt idx="641">
                  <c:v>0.8</c:v>
                </c:pt>
                <c:pt idx="642">
                  <c:v>0.8</c:v>
                </c:pt>
                <c:pt idx="643">
                  <c:v>0.8</c:v>
                </c:pt>
                <c:pt idx="644">
                  <c:v>0.93</c:v>
                </c:pt>
                <c:pt idx="645">
                  <c:v>0.93</c:v>
                </c:pt>
                <c:pt idx="646">
                  <c:v>0.86</c:v>
                </c:pt>
                <c:pt idx="647">
                  <c:v>0.86</c:v>
                </c:pt>
                <c:pt idx="648">
                  <c:v>0.86</c:v>
                </c:pt>
                <c:pt idx="649">
                  <c:v>0.8</c:v>
                </c:pt>
                <c:pt idx="650">
                  <c:v>0.8</c:v>
                </c:pt>
                <c:pt idx="651">
                  <c:v>0.75</c:v>
                </c:pt>
                <c:pt idx="652">
                  <c:v>0.52</c:v>
                </c:pt>
                <c:pt idx="653">
                  <c:v>0.61</c:v>
                </c:pt>
                <c:pt idx="654">
                  <c:v>0.61</c:v>
                </c:pt>
                <c:pt idx="655">
                  <c:v>0.56000000000000005</c:v>
                </c:pt>
                <c:pt idx="656">
                  <c:v>0.56000000000000005</c:v>
                </c:pt>
                <c:pt idx="657">
                  <c:v>0.56000000000000005</c:v>
                </c:pt>
                <c:pt idx="658">
                  <c:v>0.65</c:v>
                </c:pt>
                <c:pt idx="659">
                  <c:v>0.65</c:v>
                </c:pt>
                <c:pt idx="660">
                  <c:v>0.65</c:v>
                </c:pt>
                <c:pt idx="661">
                  <c:v>0.7</c:v>
                </c:pt>
                <c:pt idx="662">
                  <c:v>0.7</c:v>
                </c:pt>
                <c:pt idx="663">
                  <c:v>0.65</c:v>
                </c:pt>
                <c:pt idx="664">
                  <c:v>0.65</c:v>
                </c:pt>
                <c:pt idx="665">
                  <c:v>0.64</c:v>
                </c:pt>
                <c:pt idx="666">
                  <c:v>0.64</c:v>
                </c:pt>
                <c:pt idx="667">
                  <c:v>0.64</c:v>
                </c:pt>
                <c:pt idx="668">
                  <c:v>0.59</c:v>
                </c:pt>
                <c:pt idx="669">
                  <c:v>0.64</c:v>
                </c:pt>
                <c:pt idx="670">
                  <c:v>0.69</c:v>
                </c:pt>
                <c:pt idx="671">
                  <c:v>0.64</c:v>
                </c:pt>
                <c:pt idx="672">
                  <c:v>0.59</c:v>
                </c:pt>
                <c:pt idx="673">
                  <c:v>0.59</c:v>
                </c:pt>
                <c:pt idx="674">
                  <c:v>0.59</c:v>
                </c:pt>
                <c:pt idx="675">
                  <c:v>0.59</c:v>
                </c:pt>
                <c:pt idx="676">
                  <c:v>0.55000000000000004</c:v>
                </c:pt>
                <c:pt idx="677">
                  <c:v>0.59</c:v>
                </c:pt>
                <c:pt idx="678">
                  <c:v>0.55000000000000004</c:v>
                </c:pt>
                <c:pt idx="679">
                  <c:v>0.59</c:v>
                </c:pt>
                <c:pt idx="680">
                  <c:v>0.56000000000000005</c:v>
                </c:pt>
                <c:pt idx="681">
                  <c:v>0.59</c:v>
                </c:pt>
                <c:pt idx="682">
                  <c:v>0.55000000000000004</c:v>
                </c:pt>
                <c:pt idx="683">
                  <c:v>0.61</c:v>
                </c:pt>
                <c:pt idx="684">
                  <c:v>0.59</c:v>
                </c:pt>
                <c:pt idx="685">
                  <c:v>0.59</c:v>
                </c:pt>
                <c:pt idx="686">
                  <c:v>0.59</c:v>
                </c:pt>
                <c:pt idx="687">
                  <c:v>0.64</c:v>
                </c:pt>
                <c:pt idx="688">
                  <c:v>0.64</c:v>
                </c:pt>
                <c:pt idx="689">
                  <c:v>0.69</c:v>
                </c:pt>
                <c:pt idx="690">
                  <c:v>0.69</c:v>
                </c:pt>
                <c:pt idx="691">
                  <c:v>0.69</c:v>
                </c:pt>
                <c:pt idx="692">
                  <c:v>0.93</c:v>
                </c:pt>
                <c:pt idx="693">
                  <c:v>0.93</c:v>
                </c:pt>
                <c:pt idx="694">
                  <c:v>0.93</c:v>
                </c:pt>
                <c:pt idx="695">
                  <c:v>0.93</c:v>
                </c:pt>
                <c:pt idx="696">
                  <c:v>0.93</c:v>
                </c:pt>
                <c:pt idx="697">
                  <c:v>0.93</c:v>
                </c:pt>
                <c:pt idx="698">
                  <c:v>0.86</c:v>
                </c:pt>
                <c:pt idx="699">
                  <c:v>0.86</c:v>
                </c:pt>
                <c:pt idx="700">
                  <c:v>0.86</c:v>
                </c:pt>
                <c:pt idx="701">
                  <c:v>0.8</c:v>
                </c:pt>
                <c:pt idx="702">
                  <c:v>0.75</c:v>
                </c:pt>
                <c:pt idx="703">
                  <c:v>0.75</c:v>
                </c:pt>
                <c:pt idx="704">
                  <c:v>0.75</c:v>
                </c:pt>
                <c:pt idx="705">
                  <c:v>0.81</c:v>
                </c:pt>
                <c:pt idx="706">
                  <c:v>0.81</c:v>
                </c:pt>
                <c:pt idx="707">
                  <c:v>0.87</c:v>
                </c:pt>
                <c:pt idx="708">
                  <c:v>0.87</c:v>
                </c:pt>
                <c:pt idx="709">
                  <c:v>0.87</c:v>
                </c:pt>
                <c:pt idx="710">
                  <c:v>0.93</c:v>
                </c:pt>
                <c:pt idx="711">
                  <c:v>0.93</c:v>
                </c:pt>
                <c:pt idx="712">
                  <c:v>0.93</c:v>
                </c:pt>
                <c:pt idx="713">
                  <c:v>0.93</c:v>
                </c:pt>
                <c:pt idx="714">
                  <c:v>0.93</c:v>
                </c:pt>
                <c:pt idx="715">
                  <c:v>0.93</c:v>
                </c:pt>
                <c:pt idx="716">
                  <c:v>0.93</c:v>
                </c:pt>
                <c:pt idx="717">
                  <c:v>0.93</c:v>
                </c:pt>
                <c:pt idx="718">
                  <c:v>0.93</c:v>
                </c:pt>
                <c:pt idx="719">
                  <c:v>0.93</c:v>
                </c:pt>
                <c:pt idx="720">
                  <c:v>0.93</c:v>
                </c:pt>
                <c:pt idx="721">
                  <c:v>1</c:v>
                </c:pt>
                <c:pt idx="722">
                  <c:v>0.93</c:v>
                </c:pt>
                <c:pt idx="723">
                  <c:v>0.93</c:v>
                </c:pt>
                <c:pt idx="724">
                  <c:v>0.93</c:v>
                </c:pt>
                <c:pt idx="725">
                  <c:v>0.82</c:v>
                </c:pt>
                <c:pt idx="726">
                  <c:v>0.76</c:v>
                </c:pt>
                <c:pt idx="727">
                  <c:v>0.71</c:v>
                </c:pt>
                <c:pt idx="728">
                  <c:v>0.53</c:v>
                </c:pt>
                <c:pt idx="729">
                  <c:v>0.42</c:v>
                </c:pt>
                <c:pt idx="730">
                  <c:v>0.45</c:v>
                </c:pt>
                <c:pt idx="731">
                  <c:v>0.48</c:v>
                </c:pt>
                <c:pt idx="732">
                  <c:v>0.47</c:v>
                </c:pt>
                <c:pt idx="733">
                  <c:v>0.44</c:v>
                </c:pt>
                <c:pt idx="734">
                  <c:v>0.44</c:v>
                </c:pt>
                <c:pt idx="735">
                  <c:v>0.4</c:v>
                </c:pt>
                <c:pt idx="736">
                  <c:v>0.44</c:v>
                </c:pt>
                <c:pt idx="737">
                  <c:v>0.43</c:v>
                </c:pt>
                <c:pt idx="738">
                  <c:v>0.43</c:v>
                </c:pt>
                <c:pt idx="739">
                  <c:v>0.5</c:v>
                </c:pt>
                <c:pt idx="740">
                  <c:v>0.43</c:v>
                </c:pt>
                <c:pt idx="741">
                  <c:v>0.5</c:v>
                </c:pt>
                <c:pt idx="742">
                  <c:v>0.5</c:v>
                </c:pt>
                <c:pt idx="743">
                  <c:v>0.47</c:v>
                </c:pt>
                <c:pt idx="744">
                  <c:v>0.43</c:v>
                </c:pt>
                <c:pt idx="745">
                  <c:v>0.43</c:v>
                </c:pt>
                <c:pt idx="746">
                  <c:v>0.4</c:v>
                </c:pt>
                <c:pt idx="747">
                  <c:v>0.4</c:v>
                </c:pt>
                <c:pt idx="748">
                  <c:v>0.37</c:v>
                </c:pt>
                <c:pt idx="749">
                  <c:v>0.37</c:v>
                </c:pt>
                <c:pt idx="750">
                  <c:v>0.37</c:v>
                </c:pt>
                <c:pt idx="751">
                  <c:v>0.4</c:v>
                </c:pt>
                <c:pt idx="752">
                  <c:v>0.4</c:v>
                </c:pt>
                <c:pt idx="753">
                  <c:v>0.4</c:v>
                </c:pt>
                <c:pt idx="754">
                  <c:v>0.47</c:v>
                </c:pt>
                <c:pt idx="755">
                  <c:v>0.55000000000000004</c:v>
                </c:pt>
                <c:pt idx="756">
                  <c:v>0.51</c:v>
                </c:pt>
                <c:pt idx="757">
                  <c:v>0.47</c:v>
                </c:pt>
                <c:pt idx="758">
                  <c:v>0.44</c:v>
                </c:pt>
                <c:pt idx="759">
                  <c:v>0.59</c:v>
                </c:pt>
                <c:pt idx="760">
                  <c:v>0.63</c:v>
                </c:pt>
                <c:pt idx="761">
                  <c:v>0.63</c:v>
                </c:pt>
                <c:pt idx="762">
                  <c:v>0.63</c:v>
                </c:pt>
                <c:pt idx="763">
                  <c:v>0.55000000000000004</c:v>
                </c:pt>
                <c:pt idx="764">
                  <c:v>0.59</c:v>
                </c:pt>
                <c:pt idx="765">
                  <c:v>0.74</c:v>
                </c:pt>
                <c:pt idx="766">
                  <c:v>0.8</c:v>
                </c:pt>
                <c:pt idx="767">
                  <c:v>0.51</c:v>
                </c:pt>
                <c:pt idx="768">
                  <c:v>0.51</c:v>
                </c:pt>
                <c:pt idx="769">
                  <c:v>0.48</c:v>
                </c:pt>
                <c:pt idx="770">
                  <c:v>0.5</c:v>
                </c:pt>
                <c:pt idx="771">
                  <c:v>0.45</c:v>
                </c:pt>
                <c:pt idx="772">
                  <c:v>0.48</c:v>
                </c:pt>
                <c:pt idx="773">
                  <c:v>0.42</c:v>
                </c:pt>
                <c:pt idx="774">
                  <c:v>0.56000000000000005</c:v>
                </c:pt>
                <c:pt idx="775">
                  <c:v>0.6</c:v>
                </c:pt>
                <c:pt idx="776">
                  <c:v>0.65</c:v>
                </c:pt>
                <c:pt idx="777">
                  <c:v>0.65</c:v>
                </c:pt>
                <c:pt idx="778">
                  <c:v>0.7</c:v>
                </c:pt>
                <c:pt idx="779">
                  <c:v>0.65</c:v>
                </c:pt>
                <c:pt idx="780">
                  <c:v>0.7</c:v>
                </c:pt>
                <c:pt idx="781">
                  <c:v>0.7</c:v>
                </c:pt>
                <c:pt idx="782">
                  <c:v>0.65</c:v>
                </c:pt>
                <c:pt idx="783">
                  <c:v>0.75</c:v>
                </c:pt>
                <c:pt idx="784">
                  <c:v>0.75</c:v>
                </c:pt>
                <c:pt idx="785">
                  <c:v>0.93</c:v>
                </c:pt>
                <c:pt idx="786">
                  <c:v>1</c:v>
                </c:pt>
                <c:pt idx="787">
                  <c:v>1</c:v>
                </c:pt>
                <c:pt idx="788">
                  <c:v>0.93</c:v>
                </c:pt>
                <c:pt idx="789">
                  <c:v>1</c:v>
                </c:pt>
                <c:pt idx="790">
                  <c:v>1</c:v>
                </c:pt>
                <c:pt idx="791">
                  <c:v>1</c:v>
                </c:pt>
                <c:pt idx="792">
                  <c:v>1</c:v>
                </c:pt>
                <c:pt idx="793">
                  <c:v>1</c:v>
                </c:pt>
                <c:pt idx="794">
                  <c:v>1</c:v>
                </c:pt>
                <c:pt idx="795">
                  <c:v>1</c:v>
                </c:pt>
                <c:pt idx="796">
                  <c:v>1</c:v>
                </c:pt>
                <c:pt idx="797">
                  <c:v>1</c:v>
                </c:pt>
                <c:pt idx="798">
                  <c:v>1</c:v>
                </c:pt>
                <c:pt idx="799">
                  <c:v>0.93</c:v>
                </c:pt>
                <c:pt idx="800">
                  <c:v>0.93</c:v>
                </c:pt>
                <c:pt idx="801">
                  <c:v>0.87</c:v>
                </c:pt>
                <c:pt idx="802">
                  <c:v>1</c:v>
                </c:pt>
                <c:pt idx="803">
                  <c:v>0.93</c:v>
                </c:pt>
                <c:pt idx="804">
                  <c:v>0.93</c:v>
                </c:pt>
                <c:pt idx="805">
                  <c:v>0.7</c:v>
                </c:pt>
                <c:pt idx="806">
                  <c:v>0.65</c:v>
                </c:pt>
                <c:pt idx="807">
                  <c:v>0.6</c:v>
                </c:pt>
                <c:pt idx="808">
                  <c:v>0.6</c:v>
                </c:pt>
                <c:pt idx="809">
                  <c:v>0.6</c:v>
                </c:pt>
                <c:pt idx="810">
                  <c:v>0.6</c:v>
                </c:pt>
                <c:pt idx="811">
                  <c:v>0.6</c:v>
                </c:pt>
                <c:pt idx="812">
                  <c:v>0.65</c:v>
                </c:pt>
                <c:pt idx="813">
                  <c:v>0.65</c:v>
                </c:pt>
                <c:pt idx="814">
                  <c:v>0.56000000000000005</c:v>
                </c:pt>
                <c:pt idx="815">
                  <c:v>0.52</c:v>
                </c:pt>
                <c:pt idx="816">
                  <c:v>0.49</c:v>
                </c:pt>
                <c:pt idx="817">
                  <c:v>0.46</c:v>
                </c:pt>
                <c:pt idx="818">
                  <c:v>0.46</c:v>
                </c:pt>
                <c:pt idx="819">
                  <c:v>0.46</c:v>
                </c:pt>
                <c:pt idx="820">
                  <c:v>0.46</c:v>
                </c:pt>
                <c:pt idx="821">
                  <c:v>0.49</c:v>
                </c:pt>
                <c:pt idx="822">
                  <c:v>0.46</c:v>
                </c:pt>
                <c:pt idx="823">
                  <c:v>0.56000000000000005</c:v>
                </c:pt>
                <c:pt idx="824">
                  <c:v>0.61</c:v>
                </c:pt>
                <c:pt idx="825">
                  <c:v>0.61</c:v>
                </c:pt>
                <c:pt idx="826">
                  <c:v>0.6</c:v>
                </c:pt>
                <c:pt idx="827">
                  <c:v>0.6</c:v>
                </c:pt>
                <c:pt idx="828">
                  <c:v>0.65</c:v>
                </c:pt>
                <c:pt idx="829">
                  <c:v>0.65</c:v>
                </c:pt>
                <c:pt idx="830">
                  <c:v>0.75</c:v>
                </c:pt>
                <c:pt idx="831">
                  <c:v>0.8</c:v>
                </c:pt>
                <c:pt idx="832">
                  <c:v>0.86</c:v>
                </c:pt>
                <c:pt idx="833">
                  <c:v>0.86</c:v>
                </c:pt>
                <c:pt idx="834">
                  <c:v>0.86</c:v>
                </c:pt>
                <c:pt idx="835">
                  <c:v>0.93</c:v>
                </c:pt>
                <c:pt idx="836">
                  <c:v>0.86</c:v>
                </c:pt>
                <c:pt idx="837">
                  <c:v>1</c:v>
                </c:pt>
                <c:pt idx="838">
                  <c:v>0.8</c:v>
                </c:pt>
                <c:pt idx="839">
                  <c:v>0.75</c:v>
                </c:pt>
                <c:pt idx="840">
                  <c:v>0.65</c:v>
                </c:pt>
                <c:pt idx="841">
                  <c:v>0.62</c:v>
                </c:pt>
                <c:pt idx="842">
                  <c:v>0.56999999999999995</c:v>
                </c:pt>
                <c:pt idx="843">
                  <c:v>0.56999999999999995</c:v>
                </c:pt>
                <c:pt idx="844">
                  <c:v>0.54</c:v>
                </c:pt>
                <c:pt idx="845">
                  <c:v>0.56999999999999995</c:v>
                </c:pt>
                <c:pt idx="846">
                  <c:v>0.7</c:v>
                </c:pt>
                <c:pt idx="847">
                  <c:v>0.66</c:v>
                </c:pt>
                <c:pt idx="848">
                  <c:v>0.7</c:v>
                </c:pt>
                <c:pt idx="849">
                  <c:v>0.7</c:v>
                </c:pt>
                <c:pt idx="850">
                  <c:v>0.7</c:v>
                </c:pt>
                <c:pt idx="851">
                  <c:v>0.81</c:v>
                </c:pt>
                <c:pt idx="852">
                  <c:v>0.81</c:v>
                </c:pt>
                <c:pt idx="853">
                  <c:v>0.87</c:v>
                </c:pt>
                <c:pt idx="854">
                  <c:v>0.87</c:v>
                </c:pt>
                <c:pt idx="855">
                  <c:v>0.93</c:v>
                </c:pt>
                <c:pt idx="856">
                  <c:v>0.93</c:v>
                </c:pt>
                <c:pt idx="857">
                  <c:v>0.93</c:v>
                </c:pt>
                <c:pt idx="858">
                  <c:v>0.81</c:v>
                </c:pt>
                <c:pt idx="859">
                  <c:v>0.7</c:v>
                </c:pt>
                <c:pt idx="860">
                  <c:v>0.65</c:v>
                </c:pt>
                <c:pt idx="861">
                  <c:v>0.56000000000000005</c:v>
                </c:pt>
                <c:pt idx="862">
                  <c:v>0.52</c:v>
                </c:pt>
                <c:pt idx="863">
                  <c:v>0.47</c:v>
                </c:pt>
                <c:pt idx="864">
                  <c:v>0.47</c:v>
                </c:pt>
                <c:pt idx="865">
                  <c:v>0.38</c:v>
                </c:pt>
                <c:pt idx="866">
                  <c:v>0.32</c:v>
                </c:pt>
                <c:pt idx="867">
                  <c:v>0.37</c:v>
                </c:pt>
                <c:pt idx="868">
                  <c:v>0.35</c:v>
                </c:pt>
                <c:pt idx="869">
                  <c:v>0.35</c:v>
                </c:pt>
                <c:pt idx="870">
                  <c:v>0.32</c:v>
                </c:pt>
                <c:pt idx="871">
                  <c:v>0.32</c:v>
                </c:pt>
                <c:pt idx="872">
                  <c:v>0.4</c:v>
                </c:pt>
                <c:pt idx="873">
                  <c:v>0.4</c:v>
                </c:pt>
                <c:pt idx="874">
                  <c:v>0.33</c:v>
                </c:pt>
                <c:pt idx="875">
                  <c:v>0.33</c:v>
                </c:pt>
                <c:pt idx="876">
                  <c:v>0.33</c:v>
                </c:pt>
                <c:pt idx="877">
                  <c:v>0.36</c:v>
                </c:pt>
                <c:pt idx="878">
                  <c:v>0.36</c:v>
                </c:pt>
                <c:pt idx="879">
                  <c:v>0.38</c:v>
                </c:pt>
                <c:pt idx="880">
                  <c:v>0.45</c:v>
                </c:pt>
                <c:pt idx="881">
                  <c:v>0.45</c:v>
                </c:pt>
                <c:pt idx="882">
                  <c:v>0.45</c:v>
                </c:pt>
                <c:pt idx="883">
                  <c:v>0.49</c:v>
                </c:pt>
                <c:pt idx="884">
                  <c:v>0.42</c:v>
                </c:pt>
                <c:pt idx="885">
                  <c:v>0.39</c:v>
                </c:pt>
                <c:pt idx="886">
                  <c:v>0.36</c:v>
                </c:pt>
                <c:pt idx="887">
                  <c:v>0.43</c:v>
                </c:pt>
                <c:pt idx="888">
                  <c:v>0.4</c:v>
                </c:pt>
                <c:pt idx="889">
                  <c:v>0.4</c:v>
                </c:pt>
                <c:pt idx="890">
                  <c:v>0.34</c:v>
                </c:pt>
                <c:pt idx="891">
                  <c:v>0.34</c:v>
                </c:pt>
                <c:pt idx="892">
                  <c:v>0.37</c:v>
                </c:pt>
                <c:pt idx="893">
                  <c:v>0.34</c:v>
                </c:pt>
                <c:pt idx="894">
                  <c:v>0.47</c:v>
                </c:pt>
                <c:pt idx="895">
                  <c:v>0.86</c:v>
                </c:pt>
                <c:pt idx="896">
                  <c:v>0.86</c:v>
                </c:pt>
                <c:pt idx="897">
                  <c:v>0.86</c:v>
                </c:pt>
                <c:pt idx="898">
                  <c:v>0.8</c:v>
                </c:pt>
                <c:pt idx="899">
                  <c:v>0.8</c:v>
                </c:pt>
                <c:pt idx="900">
                  <c:v>0.86</c:v>
                </c:pt>
                <c:pt idx="901">
                  <c:v>0.8</c:v>
                </c:pt>
                <c:pt idx="902">
                  <c:v>0.8</c:v>
                </c:pt>
                <c:pt idx="903">
                  <c:v>0.59</c:v>
                </c:pt>
                <c:pt idx="904">
                  <c:v>0.5</c:v>
                </c:pt>
                <c:pt idx="905">
                  <c:v>0.54</c:v>
                </c:pt>
                <c:pt idx="906">
                  <c:v>0.5</c:v>
                </c:pt>
                <c:pt idx="907">
                  <c:v>0.49</c:v>
                </c:pt>
                <c:pt idx="908">
                  <c:v>0.42</c:v>
                </c:pt>
                <c:pt idx="909">
                  <c:v>0.42</c:v>
                </c:pt>
                <c:pt idx="910">
                  <c:v>0.39</c:v>
                </c:pt>
                <c:pt idx="911">
                  <c:v>0.34</c:v>
                </c:pt>
                <c:pt idx="912">
                  <c:v>0.28999999999999998</c:v>
                </c:pt>
                <c:pt idx="913">
                  <c:v>0.27</c:v>
                </c:pt>
                <c:pt idx="914">
                  <c:v>0.25</c:v>
                </c:pt>
                <c:pt idx="915">
                  <c:v>0.27</c:v>
                </c:pt>
                <c:pt idx="916">
                  <c:v>0.26</c:v>
                </c:pt>
                <c:pt idx="917">
                  <c:v>0.28000000000000003</c:v>
                </c:pt>
                <c:pt idx="918">
                  <c:v>0.28000000000000003</c:v>
                </c:pt>
                <c:pt idx="919">
                  <c:v>0.31</c:v>
                </c:pt>
                <c:pt idx="920">
                  <c:v>0.39</c:v>
                </c:pt>
                <c:pt idx="921">
                  <c:v>0.39</c:v>
                </c:pt>
                <c:pt idx="922">
                  <c:v>0.42</c:v>
                </c:pt>
                <c:pt idx="923">
                  <c:v>0.49</c:v>
                </c:pt>
                <c:pt idx="924">
                  <c:v>0.54</c:v>
                </c:pt>
                <c:pt idx="925">
                  <c:v>0.54</c:v>
                </c:pt>
                <c:pt idx="926">
                  <c:v>0.63</c:v>
                </c:pt>
                <c:pt idx="927">
                  <c:v>0.68</c:v>
                </c:pt>
                <c:pt idx="928">
                  <c:v>0.73</c:v>
                </c:pt>
                <c:pt idx="929">
                  <c:v>0.74</c:v>
                </c:pt>
                <c:pt idx="930">
                  <c:v>0.74</c:v>
                </c:pt>
                <c:pt idx="931">
                  <c:v>0.69</c:v>
                </c:pt>
                <c:pt idx="932">
                  <c:v>0.47</c:v>
                </c:pt>
                <c:pt idx="933">
                  <c:v>0.47</c:v>
                </c:pt>
                <c:pt idx="934">
                  <c:v>0.35</c:v>
                </c:pt>
                <c:pt idx="935">
                  <c:v>0.26</c:v>
                </c:pt>
                <c:pt idx="936">
                  <c:v>0.21</c:v>
                </c:pt>
                <c:pt idx="937">
                  <c:v>0.28000000000000003</c:v>
                </c:pt>
                <c:pt idx="938">
                  <c:v>0.24</c:v>
                </c:pt>
                <c:pt idx="939">
                  <c:v>0.28000000000000003</c:v>
                </c:pt>
                <c:pt idx="940">
                  <c:v>0.33</c:v>
                </c:pt>
                <c:pt idx="941">
                  <c:v>0.55000000000000004</c:v>
                </c:pt>
                <c:pt idx="942">
                  <c:v>0.59</c:v>
                </c:pt>
                <c:pt idx="943">
                  <c:v>0.64</c:v>
                </c:pt>
                <c:pt idx="944">
                  <c:v>0.69</c:v>
                </c:pt>
                <c:pt idx="945">
                  <c:v>0.69</c:v>
                </c:pt>
                <c:pt idx="946">
                  <c:v>0.86</c:v>
                </c:pt>
                <c:pt idx="947">
                  <c:v>0.8</c:v>
                </c:pt>
                <c:pt idx="948">
                  <c:v>0.8</c:v>
                </c:pt>
                <c:pt idx="949">
                  <c:v>0.74</c:v>
                </c:pt>
                <c:pt idx="950">
                  <c:v>0.74</c:v>
                </c:pt>
                <c:pt idx="951">
                  <c:v>0.93</c:v>
                </c:pt>
                <c:pt idx="952">
                  <c:v>0.8</c:v>
                </c:pt>
                <c:pt idx="953">
                  <c:v>0.86</c:v>
                </c:pt>
                <c:pt idx="954">
                  <c:v>0.64</c:v>
                </c:pt>
                <c:pt idx="955">
                  <c:v>0.41</c:v>
                </c:pt>
                <c:pt idx="956">
                  <c:v>0.28000000000000003</c:v>
                </c:pt>
                <c:pt idx="957">
                  <c:v>0.39</c:v>
                </c:pt>
                <c:pt idx="958">
                  <c:v>0.39</c:v>
                </c:pt>
                <c:pt idx="959">
                  <c:v>0.31</c:v>
                </c:pt>
                <c:pt idx="960">
                  <c:v>0.28999999999999998</c:v>
                </c:pt>
                <c:pt idx="961">
                  <c:v>0.28999999999999998</c:v>
                </c:pt>
                <c:pt idx="962">
                  <c:v>0.31</c:v>
                </c:pt>
                <c:pt idx="963">
                  <c:v>0.38</c:v>
                </c:pt>
                <c:pt idx="964">
                  <c:v>0.38</c:v>
                </c:pt>
                <c:pt idx="965">
                  <c:v>0.41</c:v>
                </c:pt>
                <c:pt idx="966">
                  <c:v>0.41</c:v>
                </c:pt>
                <c:pt idx="967">
                  <c:v>0.44</c:v>
                </c:pt>
                <c:pt idx="968">
                  <c:v>0.51</c:v>
                </c:pt>
                <c:pt idx="969">
                  <c:v>0.64</c:v>
                </c:pt>
                <c:pt idx="970">
                  <c:v>0.59</c:v>
                </c:pt>
                <c:pt idx="971">
                  <c:v>0.75</c:v>
                </c:pt>
                <c:pt idx="972">
                  <c:v>0.69</c:v>
                </c:pt>
                <c:pt idx="973">
                  <c:v>0.69</c:v>
                </c:pt>
                <c:pt idx="974">
                  <c:v>0.69</c:v>
                </c:pt>
                <c:pt idx="975">
                  <c:v>0.55000000000000004</c:v>
                </c:pt>
                <c:pt idx="976">
                  <c:v>0.64</c:v>
                </c:pt>
                <c:pt idx="977">
                  <c:v>0.6</c:v>
                </c:pt>
                <c:pt idx="978">
                  <c:v>0.45</c:v>
                </c:pt>
                <c:pt idx="979">
                  <c:v>0.39</c:v>
                </c:pt>
                <c:pt idx="980">
                  <c:v>0.32</c:v>
                </c:pt>
                <c:pt idx="981">
                  <c:v>0.28999999999999998</c:v>
                </c:pt>
                <c:pt idx="982">
                  <c:v>0.3</c:v>
                </c:pt>
                <c:pt idx="983">
                  <c:v>0.3</c:v>
                </c:pt>
                <c:pt idx="984">
                  <c:v>0.28000000000000003</c:v>
                </c:pt>
                <c:pt idx="985">
                  <c:v>0.28000000000000003</c:v>
                </c:pt>
                <c:pt idx="986">
                  <c:v>0.32</c:v>
                </c:pt>
                <c:pt idx="987">
                  <c:v>0.35</c:v>
                </c:pt>
                <c:pt idx="988">
                  <c:v>0.35</c:v>
                </c:pt>
                <c:pt idx="989">
                  <c:v>0.35</c:v>
                </c:pt>
                <c:pt idx="990">
                  <c:v>0.35</c:v>
                </c:pt>
                <c:pt idx="991">
                  <c:v>0.35</c:v>
                </c:pt>
                <c:pt idx="992">
                  <c:v>0.37</c:v>
                </c:pt>
                <c:pt idx="993">
                  <c:v>0.37</c:v>
                </c:pt>
                <c:pt idx="994">
                  <c:v>0.4</c:v>
                </c:pt>
                <c:pt idx="995">
                  <c:v>0.46</c:v>
                </c:pt>
                <c:pt idx="996">
                  <c:v>0.53</c:v>
                </c:pt>
                <c:pt idx="997">
                  <c:v>0.53</c:v>
                </c:pt>
                <c:pt idx="998">
                  <c:v>0.46</c:v>
                </c:pt>
                <c:pt idx="999">
                  <c:v>0.46</c:v>
                </c:pt>
              </c:numCache>
            </c:numRef>
          </c:xVal>
          <c:yVal>
            <c:numRef>
              <c:f>dataset_1!$P$2:$P$1001</c:f>
              <c:numCache>
                <c:formatCode>General</c:formatCode>
                <c:ptCount val="1000"/>
                <c:pt idx="0">
                  <c:v>16</c:v>
                </c:pt>
                <c:pt idx="1">
                  <c:v>40</c:v>
                </c:pt>
                <c:pt idx="2">
                  <c:v>32</c:v>
                </c:pt>
                <c:pt idx="3">
                  <c:v>13</c:v>
                </c:pt>
                <c:pt idx="4">
                  <c:v>1</c:v>
                </c:pt>
                <c:pt idx="5">
                  <c:v>1</c:v>
                </c:pt>
                <c:pt idx="6">
                  <c:v>2</c:v>
                </c:pt>
                <c:pt idx="7">
                  <c:v>3</c:v>
                </c:pt>
                <c:pt idx="8">
                  <c:v>8</c:v>
                </c:pt>
                <c:pt idx="9">
                  <c:v>14</c:v>
                </c:pt>
                <c:pt idx="10">
                  <c:v>36</c:v>
                </c:pt>
                <c:pt idx="11">
                  <c:v>56</c:v>
                </c:pt>
                <c:pt idx="12">
                  <c:v>84</c:v>
                </c:pt>
                <c:pt idx="13">
                  <c:v>94</c:v>
                </c:pt>
                <c:pt idx="14">
                  <c:v>106</c:v>
                </c:pt>
                <c:pt idx="15">
                  <c:v>110</c:v>
                </c:pt>
                <c:pt idx="16">
                  <c:v>93</c:v>
                </c:pt>
                <c:pt idx="17">
                  <c:v>67</c:v>
                </c:pt>
                <c:pt idx="18">
                  <c:v>35</c:v>
                </c:pt>
                <c:pt idx="19">
                  <c:v>37</c:v>
                </c:pt>
                <c:pt idx="20">
                  <c:v>36</c:v>
                </c:pt>
                <c:pt idx="21">
                  <c:v>34</c:v>
                </c:pt>
                <c:pt idx="22">
                  <c:v>28</c:v>
                </c:pt>
                <c:pt idx="23">
                  <c:v>39</c:v>
                </c:pt>
                <c:pt idx="24">
                  <c:v>17</c:v>
                </c:pt>
                <c:pt idx="25">
                  <c:v>17</c:v>
                </c:pt>
                <c:pt idx="26">
                  <c:v>9</c:v>
                </c:pt>
                <c:pt idx="27">
                  <c:v>6</c:v>
                </c:pt>
                <c:pt idx="28">
                  <c:v>3</c:v>
                </c:pt>
                <c:pt idx="29">
                  <c:v>2</c:v>
                </c:pt>
                <c:pt idx="30">
                  <c:v>1</c:v>
                </c:pt>
                <c:pt idx="31">
                  <c:v>8</c:v>
                </c:pt>
                <c:pt idx="32">
                  <c:v>20</c:v>
                </c:pt>
                <c:pt idx="33">
                  <c:v>53</c:v>
                </c:pt>
                <c:pt idx="34">
                  <c:v>70</c:v>
                </c:pt>
                <c:pt idx="35">
                  <c:v>93</c:v>
                </c:pt>
                <c:pt idx="36">
                  <c:v>75</c:v>
                </c:pt>
                <c:pt idx="37">
                  <c:v>59</c:v>
                </c:pt>
                <c:pt idx="38">
                  <c:v>74</c:v>
                </c:pt>
                <c:pt idx="39">
                  <c:v>76</c:v>
                </c:pt>
                <c:pt idx="40">
                  <c:v>65</c:v>
                </c:pt>
                <c:pt idx="41">
                  <c:v>53</c:v>
                </c:pt>
                <c:pt idx="42">
                  <c:v>30</c:v>
                </c:pt>
                <c:pt idx="43">
                  <c:v>22</c:v>
                </c:pt>
                <c:pt idx="44">
                  <c:v>31</c:v>
                </c:pt>
                <c:pt idx="45">
                  <c:v>9</c:v>
                </c:pt>
                <c:pt idx="46">
                  <c:v>8</c:v>
                </c:pt>
                <c:pt idx="47">
                  <c:v>5</c:v>
                </c:pt>
                <c:pt idx="48">
                  <c:v>2</c:v>
                </c:pt>
                <c:pt idx="49">
                  <c:v>1</c:v>
                </c:pt>
                <c:pt idx="50">
                  <c:v>3</c:v>
                </c:pt>
                <c:pt idx="51">
                  <c:v>30</c:v>
                </c:pt>
                <c:pt idx="52">
                  <c:v>64</c:v>
                </c:pt>
                <c:pt idx="53">
                  <c:v>154</c:v>
                </c:pt>
                <c:pt idx="54">
                  <c:v>88</c:v>
                </c:pt>
                <c:pt idx="55">
                  <c:v>44</c:v>
                </c:pt>
                <c:pt idx="56">
                  <c:v>51</c:v>
                </c:pt>
                <c:pt idx="57">
                  <c:v>61</c:v>
                </c:pt>
                <c:pt idx="58">
                  <c:v>61</c:v>
                </c:pt>
                <c:pt idx="59">
                  <c:v>77</c:v>
                </c:pt>
                <c:pt idx="60">
                  <c:v>72</c:v>
                </c:pt>
                <c:pt idx="61">
                  <c:v>76</c:v>
                </c:pt>
                <c:pt idx="62">
                  <c:v>157</c:v>
                </c:pt>
                <c:pt idx="63">
                  <c:v>157</c:v>
                </c:pt>
                <c:pt idx="64">
                  <c:v>110</c:v>
                </c:pt>
                <c:pt idx="65">
                  <c:v>52</c:v>
                </c:pt>
                <c:pt idx="66">
                  <c:v>52</c:v>
                </c:pt>
                <c:pt idx="67">
                  <c:v>20</c:v>
                </c:pt>
                <c:pt idx="68">
                  <c:v>12</c:v>
                </c:pt>
                <c:pt idx="69">
                  <c:v>5</c:v>
                </c:pt>
                <c:pt idx="70">
                  <c:v>2</c:v>
                </c:pt>
                <c:pt idx="71">
                  <c:v>1</c:v>
                </c:pt>
                <c:pt idx="72">
                  <c:v>2</c:v>
                </c:pt>
                <c:pt idx="73">
                  <c:v>4</c:v>
                </c:pt>
                <c:pt idx="74">
                  <c:v>36</c:v>
                </c:pt>
                <c:pt idx="75">
                  <c:v>94</c:v>
                </c:pt>
                <c:pt idx="76">
                  <c:v>179</c:v>
                </c:pt>
                <c:pt idx="77">
                  <c:v>100</c:v>
                </c:pt>
                <c:pt idx="78">
                  <c:v>42</c:v>
                </c:pt>
                <c:pt idx="79">
                  <c:v>57</c:v>
                </c:pt>
                <c:pt idx="80">
                  <c:v>78</c:v>
                </c:pt>
                <c:pt idx="81">
                  <c:v>97</c:v>
                </c:pt>
                <c:pt idx="82">
                  <c:v>63</c:v>
                </c:pt>
                <c:pt idx="83">
                  <c:v>65</c:v>
                </c:pt>
                <c:pt idx="84">
                  <c:v>83</c:v>
                </c:pt>
                <c:pt idx="85">
                  <c:v>212</c:v>
                </c:pt>
                <c:pt idx="86">
                  <c:v>182</c:v>
                </c:pt>
                <c:pt idx="87">
                  <c:v>112</c:v>
                </c:pt>
                <c:pt idx="88">
                  <c:v>54</c:v>
                </c:pt>
                <c:pt idx="89">
                  <c:v>48</c:v>
                </c:pt>
                <c:pt idx="90">
                  <c:v>35</c:v>
                </c:pt>
                <c:pt idx="91">
                  <c:v>11</c:v>
                </c:pt>
                <c:pt idx="92">
                  <c:v>6</c:v>
                </c:pt>
                <c:pt idx="93">
                  <c:v>6</c:v>
                </c:pt>
                <c:pt idx="94">
                  <c:v>2</c:v>
                </c:pt>
                <c:pt idx="95">
                  <c:v>2</c:v>
                </c:pt>
                <c:pt idx="96">
                  <c:v>3</c:v>
                </c:pt>
                <c:pt idx="97">
                  <c:v>33</c:v>
                </c:pt>
                <c:pt idx="98">
                  <c:v>88</c:v>
                </c:pt>
                <c:pt idx="99">
                  <c:v>195</c:v>
                </c:pt>
                <c:pt idx="100">
                  <c:v>115</c:v>
                </c:pt>
                <c:pt idx="101">
                  <c:v>57</c:v>
                </c:pt>
                <c:pt idx="102">
                  <c:v>46</c:v>
                </c:pt>
                <c:pt idx="103">
                  <c:v>79</c:v>
                </c:pt>
                <c:pt idx="104">
                  <c:v>71</c:v>
                </c:pt>
                <c:pt idx="105">
                  <c:v>62</c:v>
                </c:pt>
                <c:pt idx="106">
                  <c:v>62</c:v>
                </c:pt>
                <c:pt idx="107">
                  <c:v>89</c:v>
                </c:pt>
                <c:pt idx="108">
                  <c:v>190</c:v>
                </c:pt>
                <c:pt idx="109">
                  <c:v>169</c:v>
                </c:pt>
                <c:pt idx="110">
                  <c:v>132</c:v>
                </c:pt>
                <c:pt idx="111">
                  <c:v>89</c:v>
                </c:pt>
                <c:pt idx="112">
                  <c:v>43</c:v>
                </c:pt>
                <c:pt idx="113">
                  <c:v>42</c:v>
                </c:pt>
                <c:pt idx="114">
                  <c:v>19</c:v>
                </c:pt>
                <c:pt idx="115">
                  <c:v>11</c:v>
                </c:pt>
                <c:pt idx="116">
                  <c:v>4</c:v>
                </c:pt>
                <c:pt idx="117">
                  <c:v>2</c:v>
                </c:pt>
                <c:pt idx="118">
                  <c:v>1</c:v>
                </c:pt>
                <c:pt idx="119">
                  <c:v>4</c:v>
                </c:pt>
                <c:pt idx="120">
                  <c:v>36</c:v>
                </c:pt>
                <c:pt idx="121">
                  <c:v>95</c:v>
                </c:pt>
                <c:pt idx="122">
                  <c:v>219</c:v>
                </c:pt>
                <c:pt idx="123">
                  <c:v>122</c:v>
                </c:pt>
                <c:pt idx="124">
                  <c:v>45</c:v>
                </c:pt>
                <c:pt idx="125">
                  <c:v>59</c:v>
                </c:pt>
                <c:pt idx="126">
                  <c:v>84</c:v>
                </c:pt>
                <c:pt idx="127">
                  <c:v>67</c:v>
                </c:pt>
                <c:pt idx="128">
                  <c:v>70</c:v>
                </c:pt>
                <c:pt idx="129">
                  <c:v>62</c:v>
                </c:pt>
                <c:pt idx="130">
                  <c:v>86</c:v>
                </c:pt>
                <c:pt idx="131">
                  <c:v>172</c:v>
                </c:pt>
                <c:pt idx="132">
                  <c:v>163</c:v>
                </c:pt>
                <c:pt idx="133">
                  <c:v>112</c:v>
                </c:pt>
                <c:pt idx="134">
                  <c:v>69</c:v>
                </c:pt>
                <c:pt idx="135">
                  <c:v>48</c:v>
                </c:pt>
                <c:pt idx="136">
                  <c:v>52</c:v>
                </c:pt>
                <c:pt idx="137">
                  <c:v>23</c:v>
                </c:pt>
                <c:pt idx="138">
                  <c:v>17</c:v>
                </c:pt>
                <c:pt idx="139">
                  <c:v>7</c:v>
                </c:pt>
                <c:pt idx="140">
                  <c:v>1</c:v>
                </c:pt>
                <c:pt idx="141">
                  <c:v>1</c:v>
                </c:pt>
                <c:pt idx="142">
                  <c:v>5</c:v>
                </c:pt>
                <c:pt idx="143">
                  <c:v>34</c:v>
                </c:pt>
                <c:pt idx="144">
                  <c:v>84</c:v>
                </c:pt>
                <c:pt idx="145">
                  <c:v>210</c:v>
                </c:pt>
                <c:pt idx="146">
                  <c:v>134</c:v>
                </c:pt>
                <c:pt idx="147">
                  <c:v>63</c:v>
                </c:pt>
                <c:pt idx="148">
                  <c:v>67</c:v>
                </c:pt>
                <c:pt idx="149">
                  <c:v>59</c:v>
                </c:pt>
                <c:pt idx="150">
                  <c:v>73</c:v>
                </c:pt>
                <c:pt idx="151">
                  <c:v>50</c:v>
                </c:pt>
                <c:pt idx="152">
                  <c:v>72</c:v>
                </c:pt>
                <c:pt idx="153">
                  <c:v>87</c:v>
                </c:pt>
                <c:pt idx="154">
                  <c:v>187</c:v>
                </c:pt>
                <c:pt idx="155">
                  <c:v>123</c:v>
                </c:pt>
                <c:pt idx="156">
                  <c:v>95</c:v>
                </c:pt>
                <c:pt idx="157">
                  <c:v>51</c:v>
                </c:pt>
                <c:pt idx="158">
                  <c:v>39</c:v>
                </c:pt>
                <c:pt idx="159">
                  <c:v>36</c:v>
                </c:pt>
                <c:pt idx="160">
                  <c:v>15</c:v>
                </c:pt>
                <c:pt idx="161">
                  <c:v>25</c:v>
                </c:pt>
                <c:pt idx="162">
                  <c:v>16</c:v>
                </c:pt>
                <c:pt idx="163">
                  <c:v>16</c:v>
                </c:pt>
                <c:pt idx="164">
                  <c:v>7</c:v>
                </c:pt>
                <c:pt idx="165">
                  <c:v>1</c:v>
                </c:pt>
                <c:pt idx="166">
                  <c:v>5</c:v>
                </c:pt>
                <c:pt idx="167">
                  <c:v>2</c:v>
                </c:pt>
                <c:pt idx="168">
                  <c:v>9</c:v>
                </c:pt>
                <c:pt idx="169">
                  <c:v>15</c:v>
                </c:pt>
                <c:pt idx="170">
                  <c:v>20</c:v>
                </c:pt>
                <c:pt idx="171">
                  <c:v>61</c:v>
                </c:pt>
                <c:pt idx="172">
                  <c:v>62</c:v>
                </c:pt>
                <c:pt idx="173">
                  <c:v>98</c:v>
                </c:pt>
                <c:pt idx="174">
                  <c:v>102</c:v>
                </c:pt>
                <c:pt idx="175">
                  <c:v>95</c:v>
                </c:pt>
                <c:pt idx="176">
                  <c:v>74</c:v>
                </c:pt>
                <c:pt idx="177">
                  <c:v>76</c:v>
                </c:pt>
                <c:pt idx="178">
                  <c:v>69</c:v>
                </c:pt>
                <c:pt idx="179">
                  <c:v>55</c:v>
                </c:pt>
                <c:pt idx="180">
                  <c:v>30</c:v>
                </c:pt>
                <c:pt idx="181">
                  <c:v>28</c:v>
                </c:pt>
                <c:pt idx="182">
                  <c:v>37</c:v>
                </c:pt>
                <c:pt idx="183">
                  <c:v>34</c:v>
                </c:pt>
                <c:pt idx="184">
                  <c:v>22</c:v>
                </c:pt>
                <c:pt idx="185">
                  <c:v>25</c:v>
                </c:pt>
                <c:pt idx="186">
                  <c:v>12</c:v>
                </c:pt>
                <c:pt idx="187">
                  <c:v>11</c:v>
                </c:pt>
                <c:pt idx="188">
                  <c:v>4</c:v>
                </c:pt>
                <c:pt idx="189">
                  <c:v>1</c:v>
                </c:pt>
                <c:pt idx="190">
                  <c:v>1</c:v>
                </c:pt>
                <c:pt idx="191">
                  <c:v>1</c:v>
                </c:pt>
                <c:pt idx="192">
                  <c:v>6</c:v>
                </c:pt>
                <c:pt idx="193">
                  <c:v>10</c:v>
                </c:pt>
                <c:pt idx="194">
                  <c:v>19</c:v>
                </c:pt>
                <c:pt idx="195">
                  <c:v>49</c:v>
                </c:pt>
                <c:pt idx="196">
                  <c:v>49</c:v>
                </c:pt>
                <c:pt idx="197">
                  <c:v>83</c:v>
                </c:pt>
                <c:pt idx="198">
                  <c:v>75</c:v>
                </c:pt>
                <c:pt idx="199">
                  <c:v>72</c:v>
                </c:pt>
                <c:pt idx="200">
                  <c:v>82</c:v>
                </c:pt>
                <c:pt idx="201">
                  <c:v>92</c:v>
                </c:pt>
                <c:pt idx="202">
                  <c:v>62</c:v>
                </c:pt>
                <c:pt idx="203">
                  <c:v>48</c:v>
                </c:pt>
                <c:pt idx="204">
                  <c:v>41</c:v>
                </c:pt>
                <c:pt idx="205">
                  <c:v>38</c:v>
                </c:pt>
                <c:pt idx="206">
                  <c:v>20</c:v>
                </c:pt>
                <c:pt idx="207">
                  <c:v>15</c:v>
                </c:pt>
                <c:pt idx="208">
                  <c:v>6</c:v>
                </c:pt>
                <c:pt idx="209">
                  <c:v>5</c:v>
                </c:pt>
                <c:pt idx="210">
                  <c:v>1</c:v>
                </c:pt>
                <c:pt idx="211">
                  <c:v>3</c:v>
                </c:pt>
                <c:pt idx="212">
                  <c:v>1</c:v>
                </c:pt>
                <c:pt idx="213">
                  <c:v>3</c:v>
                </c:pt>
                <c:pt idx="214">
                  <c:v>3</c:v>
                </c:pt>
                <c:pt idx="215">
                  <c:v>31</c:v>
                </c:pt>
                <c:pt idx="216">
                  <c:v>77</c:v>
                </c:pt>
                <c:pt idx="217">
                  <c:v>188</c:v>
                </c:pt>
                <c:pt idx="218">
                  <c:v>94</c:v>
                </c:pt>
                <c:pt idx="219">
                  <c:v>31</c:v>
                </c:pt>
                <c:pt idx="220">
                  <c:v>30</c:v>
                </c:pt>
                <c:pt idx="221">
                  <c:v>52</c:v>
                </c:pt>
                <c:pt idx="222">
                  <c:v>54</c:v>
                </c:pt>
                <c:pt idx="223">
                  <c:v>47</c:v>
                </c:pt>
                <c:pt idx="224">
                  <c:v>45</c:v>
                </c:pt>
                <c:pt idx="225">
                  <c:v>74</c:v>
                </c:pt>
                <c:pt idx="226">
                  <c:v>178</c:v>
                </c:pt>
                <c:pt idx="227">
                  <c:v>155</c:v>
                </c:pt>
                <c:pt idx="228">
                  <c:v>95</c:v>
                </c:pt>
                <c:pt idx="229">
                  <c:v>74</c:v>
                </c:pt>
                <c:pt idx="230">
                  <c:v>38</c:v>
                </c:pt>
                <c:pt idx="231">
                  <c:v>24</c:v>
                </c:pt>
                <c:pt idx="232">
                  <c:v>18</c:v>
                </c:pt>
                <c:pt idx="233">
                  <c:v>12</c:v>
                </c:pt>
                <c:pt idx="234">
                  <c:v>3</c:v>
                </c:pt>
                <c:pt idx="235">
                  <c:v>3</c:v>
                </c:pt>
                <c:pt idx="236">
                  <c:v>6</c:v>
                </c:pt>
                <c:pt idx="237">
                  <c:v>27</c:v>
                </c:pt>
                <c:pt idx="238">
                  <c:v>99</c:v>
                </c:pt>
                <c:pt idx="239">
                  <c:v>217</c:v>
                </c:pt>
                <c:pt idx="240">
                  <c:v>130</c:v>
                </c:pt>
                <c:pt idx="241">
                  <c:v>54</c:v>
                </c:pt>
                <c:pt idx="242">
                  <c:v>35</c:v>
                </c:pt>
                <c:pt idx="243">
                  <c:v>57</c:v>
                </c:pt>
                <c:pt idx="244">
                  <c:v>52</c:v>
                </c:pt>
                <c:pt idx="245">
                  <c:v>63</c:v>
                </c:pt>
                <c:pt idx="246">
                  <c:v>47</c:v>
                </c:pt>
                <c:pt idx="247">
                  <c:v>76</c:v>
                </c:pt>
                <c:pt idx="248">
                  <c:v>136</c:v>
                </c:pt>
                <c:pt idx="249">
                  <c:v>95</c:v>
                </c:pt>
                <c:pt idx="250">
                  <c:v>51</c:v>
                </c:pt>
                <c:pt idx="251">
                  <c:v>32</c:v>
                </c:pt>
                <c:pt idx="252">
                  <c:v>20</c:v>
                </c:pt>
                <c:pt idx="253">
                  <c:v>29</c:v>
                </c:pt>
                <c:pt idx="254">
                  <c:v>19</c:v>
                </c:pt>
                <c:pt idx="255">
                  <c:v>7</c:v>
                </c:pt>
                <c:pt idx="256">
                  <c:v>6</c:v>
                </c:pt>
                <c:pt idx="257">
                  <c:v>1</c:v>
                </c:pt>
                <c:pt idx="258">
                  <c:v>5</c:v>
                </c:pt>
                <c:pt idx="259">
                  <c:v>16</c:v>
                </c:pt>
                <c:pt idx="260">
                  <c:v>54</c:v>
                </c:pt>
                <c:pt idx="261">
                  <c:v>128</c:v>
                </c:pt>
                <c:pt idx="262">
                  <c:v>81</c:v>
                </c:pt>
                <c:pt idx="263">
                  <c:v>39</c:v>
                </c:pt>
                <c:pt idx="264">
                  <c:v>35</c:v>
                </c:pt>
                <c:pt idx="265">
                  <c:v>55</c:v>
                </c:pt>
                <c:pt idx="266">
                  <c:v>49</c:v>
                </c:pt>
                <c:pt idx="267">
                  <c:v>44</c:v>
                </c:pt>
                <c:pt idx="268">
                  <c:v>49</c:v>
                </c:pt>
                <c:pt idx="269">
                  <c:v>68</c:v>
                </c:pt>
                <c:pt idx="270">
                  <c:v>139</c:v>
                </c:pt>
                <c:pt idx="271">
                  <c:v>137</c:v>
                </c:pt>
                <c:pt idx="272">
                  <c:v>83</c:v>
                </c:pt>
                <c:pt idx="273">
                  <c:v>56</c:v>
                </c:pt>
                <c:pt idx="274">
                  <c:v>57</c:v>
                </c:pt>
                <c:pt idx="275">
                  <c:v>33</c:v>
                </c:pt>
                <c:pt idx="276">
                  <c:v>20</c:v>
                </c:pt>
                <c:pt idx="277">
                  <c:v>7</c:v>
                </c:pt>
                <c:pt idx="278">
                  <c:v>2</c:v>
                </c:pt>
                <c:pt idx="279">
                  <c:v>2</c:v>
                </c:pt>
                <c:pt idx="280">
                  <c:v>3</c:v>
                </c:pt>
                <c:pt idx="281">
                  <c:v>4</c:v>
                </c:pt>
                <c:pt idx="282">
                  <c:v>3</c:v>
                </c:pt>
                <c:pt idx="283">
                  <c:v>28</c:v>
                </c:pt>
                <c:pt idx="284">
                  <c:v>72</c:v>
                </c:pt>
                <c:pt idx="285">
                  <c:v>202</c:v>
                </c:pt>
                <c:pt idx="286">
                  <c:v>139</c:v>
                </c:pt>
                <c:pt idx="287">
                  <c:v>38</c:v>
                </c:pt>
                <c:pt idx="288">
                  <c:v>37</c:v>
                </c:pt>
                <c:pt idx="289">
                  <c:v>52</c:v>
                </c:pt>
                <c:pt idx="290">
                  <c:v>83</c:v>
                </c:pt>
                <c:pt idx="291">
                  <c:v>42</c:v>
                </c:pt>
                <c:pt idx="292">
                  <c:v>60</c:v>
                </c:pt>
                <c:pt idx="293">
                  <c:v>78</c:v>
                </c:pt>
                <c:pt idx="294">
                  <c:v>162</c:v>
                </c:pt>
                <c:pt idx="295">
                  <c:v>144</c:v>
                </c:pt>
                <c:pt idx="296">
                  <c:v>99</c:v>
                </c:pt>
                <c:pt idx="297">
                  <c:v>64</c:v>
                </c:pt>
                <c:pt idx="298">
                  <c:v>40</c:v>
                </c:pt>
                <c:pt idx="299">
                  <c:v>30</c:v>
                </c:pt>
                <c:pt idx="300">
                  <c:v>15</c:v>
                </c:pt>
                <c:pt idx="301">
                  <c:v>14</c:v>
                </c:pt>
                <c:pt idx="302">
                  <c:v>5</c:v>
                </c:pt>
                <c:pt idx="303">
                  <c:v>1</c:v>
                </c:pt>
                <c:pt idx="304">
                  <c:v>1</c:v>
                </c:pt>
                <c:pt idx="305">
                  <c:v>8</c:v>
                </c:pt>
                <c:pt idx="306">
                  <c:v>17</c:v>
                </c:pt>
                <c:pt idx="307">
                  <c:v>70</c:v>
                </c:pt>
                <c:pt idx="308">
                  <c:v>158</c:v>
                </c:pt>
                <c:pt idx="309">
                  <c:v>117</c:v>
                </c:pt>
                <c:pt idx="310">
                  <c:v>44</c:v>
                </c:pt>
                <c:pt idx="311">
                  <c:v>53</c:v>
                </c:pt>
                <c:pt idx="312">
                  <c:v>61</c:v>
                </c:pt>
                <c:pt idx="313">
                  <c:v>77</c:v>
                </c:pt>
                <c:pt idx="314">
                  <c:v>64</c:v>
                </c:pt>
                <c:pt idx="315">
                  <c:v>68</c:v>
                </c:pt>
                <c:pt idx="316">
                  <c:v>90</c:v>
                </c:pt>
                <c:pt idx="317">
                  <c:v>159</c:v>
                </c:pt>
                <c:pt idx="318">
                  <c:v>139</c:v>
                </c:pt>
                <c:pt idx="319">
                  <c:v>92</c:v>
                </c:pt>
                <c:pt idx="320">
                  <c:v>68</c:v>
                </c:pt>
                <c:pt idx="321">
                  <c:v>52</c:v>
                </c:pt>
                <c:pt idx="322">
                  <c:v>36</c:v>
                </c:pt>
                <c:pt idx="323">
                  <c:v>27</c:v>
                </c:pt>
                <c:pt idx="324">
                  <c:v>28</c:v>
                </c:pt>
                <c:pt idx="325">
                  <c:v>20</c:v>
                </c:pt>
                <c:pt idx="326">
                  <c:v>12</c:v>
                </c:pt>
                <c:pt idx="327">
                  <c:v>8</c:v>
                </c:pt>
                <c:pt idx="328">
                  <c:v>5</c:v>
                </c:pt>
                <c:pt idx="329">
                  <c:v>1</c:v>
                </c:pt>
                <c:pt idx="330">
                  <c:v>3</c:v>
                </c:pt>
                <c:pt idx="331">
                  <c:v>10</c:v>
                </c:pt>
                <c:pt idx="332">
                  <c:v>23</c:v>
                </c:pt>
                <c:pt idx="333">
                  <c:v>33</c:v>
                </c:pt>
                <c:pt idx="334">
                  <c:v>59</c:v>
                </c:pt>
                <c:pt idx="335">
                  <c:v>72</c:v>
                </c:pt>
                <c:pt idx="336">
                  <c:v>89</c:v>
                </c:pt>
                <c:pt idx="337">
                  <c:v>101</c:v>
                </c:pt>
                <c:pt idx="338">
                  <c:v>118</c:v>
                </c:pt>
                <c:pt idx="339">
                  <c:v>129</c:v>
                </c:pt>
                <c:pt idx="340">
                  <c:v>128</c:v>
                </c:pt>
                <c:pt idx="341">
                  <c:v>83</c:v>
                </c:pt>
                <c:pt idx="342">
                  <c:v>84</c:v>
                </c:pt>
                <c:pt idx="343">
                  <c:v>74</c:v>
                </c:pt>
                <c:pt idx="344">
                  <c:v>41</c:v>
                </c:pt>
                <c:pt idx="345">
                  <c:v>57</c:v>
                </c:pt>
                <c:pt idx="346">
                  <c:v>26</c:v>
                </c:pt>
                <c:pt idx="347">
                  <c:v>44</c:v>
                </c:pt>
                <c:pt idx="348">
                  <c:v>39</c:v>
                </c:pt>
                <c:pt idx="349">
                  <c:v>23</c:v>
                </c:pt>
                <c:pt idx="350">
                  <c:v>16</c:v>
                </c:pt>
                <c:pt idx="351">
                  <c:v>15</c:v>
                </c:pt>
                <c:pt idx="352">
                  <c:v>1</c:v>
                </c:pt>
                <c:pt idx="353">
                  <c:v>2</c:v>
                </c:pt>
                <c:pt idx="354">
                  <c:v>1</c:v>
                </c:pt>
                <c:pt idx="355">
                  <c:v>3</c:v>
                </c:pt>
                <c:pt idx="356">
                  <c:v>18</c:v>
                </c:pt>
                <c:pt idx="357">
                  <c:v>32</c:v>
                </c:pt>
                <c:pt idx="358">
                  <c:v>79</c:v>
                </c:pt>
                <c:pt idx="359">
                  <c:v>93</c:v>
                </c:pt>
                <c:pt idx="360">
                  <c:v>104</c:v>
                </c:pt>
                <c:pt idx="361">
                  <c:v>118</c:v>
                </c:pt>
                <c:pt idx="362">
                  <c:v>91</c:v>
                </c:pt>
                <c:pt idx="363">
                  <c:v>113</c:v>
                </c:pt>
                <c:pt idx="364">
                  <c:v>99</c:v>
                </c:pt>
                <c:pt idx="365">
                  <c:v>105</c:v>
                </c:pt>
                <c:pt idx="366">
                  <c:v>67</c:v>
                </c:pt>
                <c:pt idx="367">
                  <c:v>61</c:v>
                </c:pt>
                <c:pt idx="368">
                  <c:v>57</c:v>
                </c:pt>
                <c:pt idx="369">
                  <c:v>28</c:v>
                </c:pt>
                <c:pt idx="370">
                  <c:v>21</c:v>
                </c:pt>
                <c:pt idx="371">
                  <c:v>18</c:v>
                </c:pt>
                <c:pt idx="372">
                  <c:v>17</c:v>
                </c:pt>
                <c:pt idx="373">
                  <c:v>16</c:v>
                </c:pt>
                <c:pt idx="374">
                  <c:v>8</c:v>
                </c:pt>
                <c:pt idx="375">
                  <c:v>2</c:v>
                </c:pt>
                <c:pt idx="376">
                  <c:v>3</c:v>
                </c:pt>
                <c:pt idx="377">
                  <c:v>1</c:v>
                </c:pt>
                <c:pt idx="378">
                  <c:v>5</c:v>
                </c:pt>
                <c:pt idx="379">
                  <c:v>13</c:v>
                </c:pt>
                <c:pt idx="380">
                  <c:v>33</c:v>
                </c:pt>
                <c:pt idx="381">
                  <c:v>47</c:v>
                </c:pt>
                <c:pt idx="382">
                  <c:v>57</c:v>
                </c:pt>
                <c:pt idx="383">
                  <c:v>64</c:v>
                </c:pt>
                <c:pt idx="384">
                  <c:v>80</c:v>
                </c:pt>
                <c:pt idx="385">
                  <c:v>93</c:v>
                </c:pt>
                <c:pt idx="386">
                  <c:v>86</c:v>
                </c:pt>
                <c:pt idx="387">
                  <c:v>93</c:v>
                </c:pt>
                <c:pt idx="388">
                  <c:v>82</c:v>
                </c:pt>
                <c:pt idx="389">
                  <c:v>71</c:v>
                </c:pt>
                <c:pt idx="390">
                  <c:v>92</c:v>
                </c:pt>
                <c:pt idx="391">
                  <c:v>60</c:v>
                </c:pt>
                <c:pt idx="392">
                  <c:v>33</c:v>
                </c:pt>
                <c:pt idx="393">
                  <c:v>27</c:v>
                </c:pt>
                <c:pt idx="394">
                  <c:v>13</c:v>
                </c:pt>
                <c:pt idx="395">
                  <c:v>4</c:v>
                </c:pt>
                <c:pt idx="396">
                  <c:v>3</c:v>
                </c:pt>
                <c:pt idx="397">
                  <c:v>22</c:v>
                </c:pt>
                <c:pt idx="398">
                  <c:v>28</c:v>
                </c:pt>
                <c:pt idx="399">
                  <c:v>35</c:v>
                </c:pt>
                <c:pt idx="400">
                  <c:v>61</c:v>
                </c:pt>
                <c:pt idx="401">
                  <c:v>125</c:v>
                </c:pt>
                <c:pt idx="402">
                  <c:v>133</c:v>
                </c:pt>
                <c:pt idx="403">
                  <c:v>99</c:v>
                </c:pt>
                <c:pt idx="404">
                  <c:v>83</c:v>
                </c:pt>
                <c:pt idx="405">
                  <c:v>41</c:v>
                </c:pt>
                <c:pt idx="406">
                  <c:v>33</c:v>
                </c:pt>
                <c:pt idx="407">
                  <c:v>20</c:v>
                </c:pt>
                <c:pt idx="408">
                  <c:v>3</c:v>
                </c:pt>
                <c:pt idx="409">
                  <c:v>7</c:v>
                </c:pt>
                <c:pt idx="410">
                  <c:v>3</c:v>
                </c:pt>
                <c:pt idx="411">
                  <c:v>2</c:v>
                </c:pt>
                <c:pt idx="412">
                  <c:v>7</c:v>
                </c:pt>
                <c:pt idx="413">
                  <c:v>32</c:v>
                </c:pt>
                <c:pt idx="414">
                  <c:v>90</c:v>
                </c:pt>
                <c:pt idx="415">
                  <c:v>197</c:v>
                </c:pt>
                <c:pt idx="416">
                  <c:v>109</c:v>
                </c:pt>
                <c:pt idx="417">
                  <c:v>47</c:v>
                </c:pt>
                <c:pt idx="418">
                  <c:v>52</c:v>
                </c:pt>
                <c:pt idx="419">
                  <c:v>70</c:v>
                </c:pt>
                <c:pt idx="420">
                  <c:v>78</c:v>
                </c:pt>
                <c:pt idx="421">
                  <c:v>75</c:v>
                </c:pt>
                <c:pt idx="422">
                  <c:v>82</c:v>
                </c:pt>
                <c:pt idx="423">
                  <c:v>104</c:v>
                </c:pt>
                <c:pt idx="424">
                  <c:v>197</c:v>
                </c:pt>
                <c:pt idx="425">
                  <c:v>161</c:v>
                </c:pt>
                <c:pt idx="426">
                  <c:v>112</c:v>
                </c:pt>
                <c:pt idx="427">
                  <c:v>76</c:v>
                </c:pt>
                <c:pt idx="428">
                  <c:v>59</c:v>
                </c:pt>
                <c:pt idx="429">
                  <c:v>59</c:v>
                </c:pt>
                <c:pt idx="430">
                  <c:v>28</c:v>
                </c:pt>
                <c:pt idx="431">
                  <c:v>13</c:v>
                </c:pt>
                <c:pt idx="432">
                  <c:v>5</c:v>
                </c:pt>
                <c:pt idx="433">
                  <c:v>2</c:v>
                </c:pt>
                <c:pt idx="434">
                  <c:v>1</c:v>
                </c:pt>
                <c:pt idx="435">
                  <c:v>1</c:v>
                </c:pt>
                <c:pt idx="436">
                  <c:v>6</c:v>
                </c:pt>
                <c:pt idx="437">
                  <c:v>35</c:v>
                </c:pt>
                <c:pt idx="438">
                  <c:v>101</c:v>
                </c:pt>
                <c:pt idx="439">
                  <c:v>249</c:v>
                </c:pt>
                <c:pt idx="440">
                  <c:v>143</c:v>
                </c:pt>
                <c:pt idx="441">
                  <c:v>57</c:v>
                </c:pt>
                <c:pt idx="442">
                  <c:v>68</c:v>
                </c:pt>
                <c:pt idx="443">
                  <c:v>84</c:v>
                </c:pt>
                <c:pt idx="444">
                  <c:v>98</c:v>
                </c:pt>
                <c:pt idx="445">
                  <c:v>81</c:v>
                </c:pt>
                <c:pt idx="446">
                  <c:v>70</c:v>
                </c:pt>
                <c:pt idx="447">
                  <c:v>91</c:v>
                </c:pt>
                <c:pt idx="448">
                  <c:v>215</c:v>
                </c:pt>
                <c:pt idx="449">
                  <c:v>185</c:v>
                </c:pt>
                <c:pt idx="450">
                  <c:v>152</c:v>
                </c:pt>
                <c:pt idx="451">
                  <c:v>126</c:v>
                </c:pt>
                <c:pt idx="452">
                  <c:v>57</c:v>
                </c:pt>
                <c:pt idx="453">
                  <c:v>56</c:v>
                </c:pt>
                <c:pt idx="454">
                  <c:v>31</c:v>
                </c:pt>
                <c:pt idx="455">
                  <c:v>21</c:v>
                </c:pt>
                <c:pt idx="456">
                  <c:v>6</c:v>
                </c:pt>
                <c:pt idx="457">
                  <c:v>2</c:v>
                </c:pt>
                <c:pt idx="458">
                  <c:v>1</c:v>
                </c:pt>
                <c:pt idx="459">
                  <c:v>1</c:v>
                </c:pt>
                <c:pt idx="460">
                  <c:v>5</c:v>
                </c:pt>
                <c:pt idx="461">
                  <c:v>27</c:v>
                </c:pt>
                <c:pt idx="462">
                  <c:v>68</c:v>
                </c:pt>
                <c:pt idx="463">
                  <c:v>217</c:v>
                </c:pt>
                <c:pt idx="464">
                  <c:v>166</c:v>
                </c:pt>
                <c:pt idx="465">
                  <c:v>63</c:v>
                </c:pt>
                <c:pt idx="466">
                  <c:v>59</c:v>
                </c:pt>
                <c:pt idx="467">
                  <c:v>78</c:v>
                </c:pt>
                <c:pt idx="468">
                  <c:v>73</c:v>
                </c:pt>
                <c:pt idx="469">
                  <c:v>62</c:v>
                </c:pt>
                <c:pt idx="470">
                  <c:v>65</c:v>
                </c:pt>
                <c:pt idx="471">
                  <c:v>97</c:v>
                </c:pt>
                <c:pt idx="472">
                  <c:v>161</c:v>
                </c:pt>
                <c:pt idx="473">
                  <c:v>120</c:v>
                </c:pt>
                <c:pt idx="474">
                  <c:v>96</c:v>
                </c:pt>
                <c:pt idx="475">
                  <c:v>53</c:v>
                </c:pt>
                <c:pt idx="476">
                  <c:v>41</c:v>
                </c:pt>
                <c:pt idx="477">
                  <c:v>34</c:v>
                </c:pt>
                <c:pt idx="478">
                  <c:v>27</c:v>
                </c:pt>
                <c:pt idx="479">
                  <c:v>13</c:v>
                </c:pt>
                <c:pt idx="480">
                  <c:v>12</c:v>
                </c:pt>
                <c:pt idx="481">
                  <c:v>11</c:v>
                </c:pt>
                <c:pt idx="482">
                  <c:v>7</c:v>
                </c:pt>
                <c:pt idx="483">
                  <c:v>3</c:v>
                </c:pt>
                <c:pt idx="484">
                  <c:v>2</c:v>
                </c:pt>
                <c:pt idx="485">
                  <c:v>8</c:v>
                </c:pt>
                <c:pt idx="486">
                  <c:v>27</c:v>
                </c:pt>
                <c:pt idx="487">
                  <c:v>40</c:v>
                </c:pt>
                <c:pt idx="488">
                  <c:v>53</c:v>
                </c:pt>
                <c:pt idx="489">
                  <c:v>63</c:v>
                </c:pt>
                <c:pt idx="490">
                  <c:v>70</c:v>
                </c:pt>
                <c:pt idx="491">
                  <c:v>84</c:v>
                </c:pt>
                <c:pt idx="492">
                  <c:v>75</c:v>
                </c:pt>
                <c:pt idx="493">
                  <c:v>103</c:v>
                </c:pt>
                <c:pt idx="494">
                  <c:v>83</c:v>
                </c:pt>
                <c:pt idx="495">
                  <c:v>67</c:v>
                </c:pt>
                <c:pt idx="496">
                  <c:v>54</c:v>
                </c:pt>
                <c:pt idx="497">
                  <c:v>59</c:v>
                </c:pt>
                <c:pt idx="498">
                  <c:v>45</c:v>
                </c:pt>
                <c:pt idx="499">
                  <c:v>39</c:v>
                </c:pt>
                <c:pt idx="500">
                  <c:v>30</c:v>
                </c:pt>
                <c:pt idx="501">
                  <c:v>33</c:v>
                </c:pt>
                <c:pt idx="502">
                  <c:v>22</c:v>
                </c:pt>
                <c:pt idx="503">
                  <c:v>13</c:v>
                </c:pt>
                <c:pt idx="504">
                  <c:v>18</c:v>
                </c:pt>
                <c:pt idx="505">
                  <c:v>5</c:v>
                </c:pt>
                <c:pt idx="506">
                  <c:v>3</c:v>
                </c:pt>
                <c:pt idx="507">
                  <c:v>1</c:v>
                </c:pt>
                <c:pt idx="508">
                  <c:v>2</c:v>
                </c:pt>
                <c:pt idx="509">
                  <c:v>19</c:v>
                </c:pt>
                <c:pt idx="510">
                  <c:v>28</c:v>
                </c:pt>
                <c:pt idx="511">
                  <c:v>58</c:v>
                </c:pt>
                <c:pt idx="512">
                  <c:v>99</c:v>
                </c:pt>
                <c:pt idx="513">
                  <c:v>116</c:v>
                </c:pt>
                <c:pt idx="514">
                  <c:v>87</c:v>
                </c:pt>
                <c:pt idx="515">
                  <c:v>110</c:v>
                </c:pt>
                <c:pt idx="516">
                  <c:v>77</c:v>
                </c:pt>
                <c:pt idx="517">
                  <c:v>65</c:v>
                </c:pt>
                <c:pt idx="518">
                  <c:v>55</c:v>
                </c:pt>
                <c:pt idx="519">
                  <c:v>49</c:v>
                </c:pt>
                <c:pt idx="520">
                  <c:v>50</c:v>
                </c:pt>
                <c:pt idx="521">
                  <c:v>35</c:v>
                </c:pt>
                <c:pt idx="522">
                  <c:v>25</c:v>
                </c:pt>
                <c:pt idx="523">
                  <c:v>28</c:v>
                </c:pt>
                <c:pt idx="524">
                  <c:v>21</c:v>
                </c:pt>
                <c:pt idx="525">
                  <c:v>7</c:v>
                </c:pt>
                <c:pt idx="526">
                  <c:v>1</c:v>
                </c:pt>
                <c:pt idx="527">
                  <c:v>1</c:v>
                </c:pt>
                <c:pt idx="528">
                  <c:v>1</c:v>
                </c:pt>
                <c:pt idx="529">
                  <c:v>5</c:v>
                </c:pt>
                <c:pt idx="530">
                  <c:v>15</c:v>
                </c:pt>
                <c:pt idx="531">
                  <c:v>84</c:v>
                </c:pt>
                <c:pt idx="532">
                  <c:v>177</c:v>
                </c:pt>
                <c:pt idx="533">
                  <c:v>102</c:v>
                </c:pt>
                <c:pt idx="534">
                  <c:v>40</c:v>
                </c:pt>
                <c:pt idx="535">
                  <c:v>46</c:v>
                </c:pt>
                <c:pt idx="536">
                  <c:v>63</c:v>
                </c:pt>
                <c:pt idx="537">
                  <c:v>60</c:v>
                </c:pt>
                <c:pt idx="538">
                  <c:v>45</c:v>
                </c:pt>
                <c:pt idx="539">
                  <c:v>57</c:v>
                </c:pt>
                <c:pt idx="540">
                  <c:v>70</c:v>
                </c:pt>
                <c:pt idx="541">
                  <c:v>184</c:v>
                </c:pt>
                <c:pt idx="542">
                  <c:v>153</c:v>
                </c:pt>
                <c:pt idx="543">
                  <c:v>106</c:v>
                </c:pt>
                <c:pt idx="544">
                  <c:v>81</c:v>
                </c:pt>
                <c:pt idx="545">
                  <c:v>59</c:v>
                </c:pt>
                <c:pt idx="546">
                  <c:v>35</c:v>
                </c:pt>
                <c:pt idx="547">
                  <c:v>24</c:v>
                </c:pt>
                <c:pt idx="548">
                  <c:v>9</c:v>
                </c:pt>
                <c:pt idx="549">
                  <c:v>5</c:v>
                </c:pt>
                <c:pt idx="550">
                  <c:v>2</c:v>
                </c:pt>
                <c:pt idx="551">
                  <c:v>1</c:v>
                </c:pt>
                <c:pt idx="552">
                  <c:v>9</c:v>
                </c:pt>
                <c:pt idx="553">
                  <c:v>36</c:v>
                </c:pt>
                <c:pt idx="554">
                  <c:v>108</c:v>
                </c:pt>
                <c:pt idx="555">
                  <c:v>238</c:v>
                </c:pt>
                <c:pt idx="556">
                  <c:v>144</c:v>
                </c:pt>
                <c:pt idx="557">
                  <c:v>55</c:v>
                </c:pt>
                <c:pt idx="558">
                  <c:v>61</c:v>
                </c:pt>
                <c:pt idx="559">
                  <c:v>106</c:v>
                </c:pt>
                <c:pt idx="560">
                  <c:v>93</c:v>
                </c:pt>
                <c:pt idx="561">
                  <c:v>68</c:v>
                </c:pt>
                <c:pt idx="562">
                  <c:v>84</c:v>
                </c:pt>
                <c:pt idx="563">
                  <c:v>116</c:v>
                </c:pt>
                <c:pt idx="564">
                  <c:v>222</c:v>
                </c:pt>
                <c:pt idx="565">
                  <c:v>225</c:v>
                </c:pt>
                <c:pt idx="566">
                  <c:v>146</c:v>
                </c:pt>
                <c:pt idx="567">
                  <c:v>119</c:v>
                </c:pt>
                <c:pt idx="568">
                  <c:v>45</c:v>
                </c:pt>
                <c:pt idx="569">
                  <c:v>53</c:v>
                </c:pt>
                <c:pt idx="570">
                  <c:v>40</c:v>
                </c:pt>
                <c:pt idx="571">
                  <c:v>17</c:v>
                </c:pt>
                <c:pt idx="572">
                  <c:v>5</c:v>
                </c:pt>
                <c:pt idx="573">
                  <c:v>10</c:v>
                </c:pt>
                <c:pt idx="574">
                  <c:v>1</c:v>
                </c:pt>
                <c:pt idx="575">
                  <c:v>8</c:v>
                </c:pt>
                <c:pt idx="576">
                  <c:v>30</c:v>
                </c:pt>
                <c:pt idx="577">
                  <c:v>72</c:v>
                </c:pt>
                <c:pt idx="578">
                  <c:v>58</c:v>
                </c:pt>
                <c:pt idx="579">
                  <c:v>28</c:v>
                </c:pt>
                <c:pt idx="580">
                  <c:v>41</c:v>
                </c:pt>
                <c:pt idx="581">
                  <c:v>48</c:v>
                </c:pt>
                <c:pt idx="582">
                  <c:v>47</c:v>
                </c:pt>
                <c:pt idx="583">
                  <c:v>36</c:v>
                </c:pt>
                <c:pt idx="584">
                  <c:v>43</c:v>
                </c:pt>
                <c:pt idx="585">
                  <c:v>36</c:v>
                </c:pt>
                <c:pt idx="586">
                  <c:v>26</c:v>
                </c:pt>
                <c:pt idx="587">
                  <c:v>24</c:v>
                </c:pt>
                <c:pt idx="588">
                  <c:v>84</c:v>
                </c:pt>
                <c:pt idx="589">
                  <c:v>104</c:v>
                </c:pt>
                <c:pt idx="590">
                  <c:v>79</c:v>
                </c:pt>
                <c:pt idx="591">
                  <c:v>59</c:v>
                </c:pt>
                <c:pt idx="592">
                  <c:v>38</c:v>
                </c:pt>
                <c:pt idx="593">
                  <c:v>27</c:v>
                </c:pt>
                <c:pt idx="594">
                  <c:v>16</c:v>
                </c:pt>
                <c:pt idx="595">
                  <c:v>9</c:v>
                </c:pt>
                <c:pt idx="596">
                  <c:v>3</c:v>
                </c:pt>
                <c:pt idx="597">
                  <c:v>2</c:v>
                </c:pt>
                <c:pt idx="598">
                  <c:v>1</c:v>
                </c:pt>
                <c:pt idx="599">
                  <c:v>4</c:v>
                </c:pt>
                <c:pt idx="600">
                  <c:v>16</c:v>
                </c:pt>
                <c:pt idx="601">
                  <c:v>60</c:v>
                </c:pt>
                <c:pt idx="602">
                  <c:v>157</c:v>
                </c:pt>
                <c:pt idx="603">
                  <c:v>101</c:v>
                </c:pt>
                <c:pt idx="604">
                  <c:v>49</c:v>
                </c:pt>
                <c:pt idx="605">
                  <c:v>30</c:v>
                </c:pt>
                <c:pt idx="606">
                  <c:v>29</c:v>
                </c:pt>
                <c:pt idx="607">
                  <c:v>31</c:v>
                </c:pt>
                <c:pt idx="608">
                  <c:v>38</c:v>
                </c:pt>
                <c:pt idx="609">
                  <c:v>41</c:v>
                </c:pt>
                <c:pt idx="610">
                  <c:v>80</c:v>
                </c:pt>
                <c:pt idx="611">
                  <c:v>149</c:v>
                </c:pt>
                <c:pt idx="612">
                  <c:v>109</c:v>
                </c:pt>
                <c:pt idx="613">
                  <c:v>89</c:v>
                </c:pt>
                <c:pt idx="614">
                  <c:v>62</c:v>
                </c:pt>
                <c:pt idx="615">
                  <c:v>58</c:v>
                </c:pt>
                <c:pt idx="616">
                  <c:v>26</c:v>
                </c:pt>
                <c:pt idx="617">
                  <c:v>23</c:v>
                </c:pt>
                <c:pt idx="618">
                  <c:v>28</c:v>
                </c:pt>
                <c:pt idx="619">
                  <c:v>20</c:v>
                </c:pt>
                <c:pt idx="620">
                  <c:v>15</c:v>
                </c:pt>
                <c:pt idx="621">
                  <c:v>8</c:v>
                </c:pt>
                <c:pt idx="622">
                  <c:v>3</c:v>
                </c:pt>
                <c:pt idx="623">
                  <c:v>2</c:v>
                </c:pt>
                <c:pt idx="624">
                  <c:v>5</c:v>
                </c:pt>
                <c:pt idx="625">
                  <c:v>34</c:v>
                </c:pt>
                <c:pt idx="626">
                  <c:v>34</c:v>
                </c:pt>
                <c:pt idx="627">
                  <c:v>55</c:v>
                </c:pt>
                <c:pt idx="628">
                  <c:v>64</c:v>
                </c:pt>
                <c:pt idx="629">
                  <c:v>78</c:v>
                </c:pt>
                <c:pt idx="630">
                  <c:v>65</c:v>
                </c:pt>
                <c:pt idx="631">
                  <c:v>99</c:v>
                </c:pt>
                <c:pt idx="632">
                  <c:v>120</c:v>
                </c:pt>
                <c:pt idx="633">
                  <c:v>107</c:v>
                </c:pt>
                <c:pt idx="634">
                  <c:v>91</c:v>
                </c:pt>
                <c:pt idx="635">
                  <c:v>68</c:v>
                </c:pt>
                <c:pt idx="636">
                  <c:v>58</c:v>
                </c:pt>
                <c:pt idx="637">
                  <c:v>43</c:v>
                </c:pt>
                <c:pt idx="638">
                  <c:v>36</c:v>
                </c:pt>
                <c:pt idx="639">
                  <c:v>32</c:v>
                </c:pt>
                <c:pt idx="640">
                  <c:v>33</c:v>
                </c:pt>
                <c:pt idx="641">
                  <c:v>33</c:v>
                </c:pt>
                <c:pt idx="642">
                  <c:v>29</c:v>
                </c:pt>
                <c:pt idx="643">
                  <c:v>11</c:v>
                </c:pt>
                <c:pt idx="644">
                  <c:v>8</c:v>
                </c:pt>
                <c:pt idx="645">
                  <c:v>1</c:v>
                </c:pt>
                <c:pt idx="646">
                  <c:v>3</c:v>
                </c:pt>
                <c:pt idx="647">
                  <c:v>3</c:v>
                </c:pt>
                <c:pt idx="648">
                  <c:v>12</c:v>
                </c:pt>
                <c:pt idx="649">
                  <c:v>38</c:v>
                </c:pt>
                <c:pt idx="650">
                  <c:v>64</c:v>
                </c:pt>
                <c:pt idx="651">
                  <c:v>59</c:v>
                </c:pt>
                <c:pt idx="652">
                  <c:v>97</c:v>
                </c:pt>
                <c:pt idx="653">
                  <c:v>84</c:v>
                </c:pt>
                <c:pt idx="654">
                  <c:v>122</c:v>
                </c:pt>
                <c:pt idx="655">
                  <c:v>109</c:v>
                </c:pt>
                <c:pt idx="656">
                  <c:v>123</c:v>
                </c:pt>
                <c:pt idx="657">
                  <c:v>77</c:v>
                </c:pt>
                <c:pt idx="658">
                  <c:v>65</c:v>
                </c:pt>
                <c:pt idx="659">
                  <c:v>55</c:v>
                </c:pt>
                <c:pt idx="660">
                  <c:v>33</c:v>
                </c:pt>
                <c:pt idx="661">
                  <c:v>28</c:v>
                </c:pt>
                <c:pt idx="662">
                  <c:v>21</c:v>
                </c:pt>
                <c:pt idx="663">
                  <c:v>21</c:v>
                </c:pt>
                <c:pt idx="664">
                  <c:v>7</c:v>
                </c:pt>
                <c:pt idx="665">
                  <c:v>7</c:v>
                </c:pt>
                <c:pt idx="666">
                  <c:v>1</c:v>
                </c:pt>
                <c:pt idx="667">
                  <c:v>2</c:v>
                </c:pt>
                <c:pt idx="668">
                  <c:v>2</c:v>
                </c:pt>
                <c:pt idx="669">
                  <c:v>8</c:v>
                </c:pt>
                <c:pt idx="670">
                  <c:v>37</c:v>
                </c:pt>
                <c:pt idx="671">
                  <c:v>72</c:v>
                </c:pt>
                <c:pt idx="672">
                  <c:v>185</c:v>
                </c:pt>
                <c:pt idx="673">
                  <c:v>112</c:v>
                </c:pt>
                <c:pt idx="674">
                  <c:v>69</c:v>
                </c:pt>
                <c:pt idx="675">
                  <c:v>48</c:v>
                </c:pt>
                <c:pt idx="676">
                  <c:v>68</c:v>
                </c:pt>
                <c:pt idx="677">
                  <c:v>54</c:v>
                </c:pt>
                <c:pt idx="678">
                  <c:v>86</c:v>
                </c:pt>
                <c:pt idx="679">
                  <c:v>44</c:v>
                </c:pt>
                <c:pt idx="680">
                  <c:v>86</c:v>
                </c:pt>
                <c:pt idx="681">
                  <c:v>161</c:v>
                </c:pt>
                <c:pt idx="682">
                  <c:v>156</c:v>
                </c:pt>
                <c:pt idx="683">
                  <c:v>111</c:v>
                </c:pt>
                <c:pt idx="684">
                  <c:v>78</c:v>
                </c:pt>
                <c:pt idx="685">
                  <c:v>56</c:v>
                </c:pt>
                <c:pt idx="686">
                  <c:v>34</c:v>
                </c:pt>
                <c:pt idx="687">
                  <c:v>17</c:v>
                </c:pt>
                <c:pt idx="688">
                  <c:v>8</c:v>
                </c:pt>
                <c:pt idx="689">
                  <c:v>3</c:v>
                </c:pt>
                <c:pt idx="690">
                  <c:v>2</c:v>
                </c:pt>
                <c:pt idx="691">
                  <c:v>2</c:v>
                </c:pt>
                <c:pt idx="692">
                  <c:v>3</c:v>
                </c:pt>
                <c:pt idx="693">
                  <c:v>22</c:v>
                </c:pt>
                <c:pt idx="694">
                  <c:v>52</c:v>
                </c:pt>
                <c:pt idx="695">
                  <c:v>135</c:v>
                </c:pt>
                <c:pt idx="696">
                  <c:v>116</c:v>
                </c:pt>
                <c:pt idx="697">
                  <c:v>47</c:v>
                </c:pt>
                <c:pt idx="698">
                  <c:v>51</c:v>
                </c:pt>
                <c:pt idx="699">
                  <c:v>55</c:v>
                </c:pt>
                <c:pt idx="700">
                  <c:v>52</c:v>
                </c:pt>
                <c:pt idx="701">
                  <c:v>54</c:v>
                </c:pt>
                <c:pt idx="702">
                  <c:v>52</c:v>
                </c:pt>
                <c:pt idx="703">
                  <c:v>64</c:v>
                </c:pt>
                <c:pt idx="704">
                  <c:v>176</c:v>
                </c:pt>
                <c:pt idx="705">
                  <c:v>168</c:v>
                </c:pt>
                <c:pt idx="706">
                  <c:v>108</c:v>
                </c:pt>
                <c:pt idx="707">
                  <c:v>74</c:v>
                </c:pt>
                <c:pt idx="708">
                  <c:v>64</c:v>
                </c:pt>
                <c:pt idx="709">
                  <c:v>36</c:v>
                </c:pt>
                <c:pt idx="710">
                  <c:v>16</c:v>
                </c:pt>
                <c:pt idx="711">
                  <c:v>2</c:v>
                </c:pt>
                <c:pt idx="712">
                  <c:v>3</c:v>
                </c:pt>
                <c:pt idx="713">
                  <c:v>4</c:v>
                </c:pt>
                <c:pt idx="714">
                  <c:v>1</c:v>
                </c:pt>
                <c:pt idx="715">
                  <c:v>1</c:v>
                </c:pt>
                <c:pt idx="716">
                  <c:v>3</c:v>
                </c:pt>
                <c:pt idx="717">
                  <c:v>18</c:v>
                </c:pt>
                <c:pt idx="718">
                  <c:v>49</c:v>
                </c:pt>
                <c:pt idx="719">
                  <c:v>155</c:v>
                </c:pt>
                <c:pt idx="720">
                  <c:v>123</c:v>
                </c:pt>
                <c:pt idx="721">
                  <c:v>61</c:v>
                </c:pt>
                <c:pt idx="722">
                  <c:v>52</c:v>
                </c:pt>
                <c:pt idx="723">
                  <c:v>64</c:v>
                </c:pt>
                <c:pt idx="724">
                  <c:v>75</c:v>
                </c:pt>
                <c:pt idx="725">
                  <c:v>63</c:v>
                </c:pt>
                <c:pt idx="726">
                  <c:v>76</c:v>
                </c:pt>
                <c:pt idx="727">
                  <c:v>103</c:v>
                </c:pt>
                <c:pt idx="728">
                  <c:v>190</c:v>
                </c:pt>
                <c:pt idx="729">
                  <c:v>182</c:v>
                </c:pt>
                <c:pt idx="730">
                  <c:v>91</c:v>
                </c:pt>
                <c:pt idx="731">
                  <c:v>75</c:v>
                </c:pt>
                <c:pt idx="732">
                  <c:v>63</c:v>
                </c:pt>
                <c:pt idx="733">
                  <c:v>40</c:v>
                </c:pt>
                <c:pt idx="734">
                  <c:v>32</c:v>
                </c:pt>
                <c:pt idx="735">
                  <c:v>12</c:v>
                </c:pt>
                <c:pt idx="736">
                  <c:v>5</c:v>
                </c:pt>
                <c:pt idx="737">
                  <c:v>2</c:v>
                </c:pt>
                <c:pt idx="738">
                  <c:v>1</c:v>
                </c:pt>
                <c:pt idx="739">
                  <c:v>2</c:v>
                </c:pt>
                <c:pt idx="740">
                  <c:v>39</c:v>
                </c:pt>
                <c:pt idx="741">
                  <c:v>87</c:v>
                </c:pt>
                <c:pt idx="742">
                  <c:v>188</c:v>
                </c:pt>
                <c:pt idx="743">
                  <c:v>133</c:v>
                </c:pt>
                <c:pt idx="744">
                  <c:v>52</c:v>
                </c:pt>
                <c:pt idx="745">
                  <c:v>64</c:v>
                </c:pt>
                <c:pt idx="746">
                  <c:v>69</c:v>
                </c:pt>
                <c:pt idx="747">
                  <c:v>51</c:v>
                </c:pt>
                <c:pt idx="748">
                  <c:v>47</c:v>
                </c:pt>
                <c:pt idx="749">
                  <c:v>60</c:v>
                </c:pt>
                <c:pt idx="750">
                  <c:v>78</c:v>
                </c:pt>
                <c:pt idx="751">
                  <c:v>175</c:v>
                </c:pt>
                <c:pt idx="752">
                  <c:v>147</c:v>
                </c:pt>
                <c:pt idx="753">
                  <c:v>96</c:v>
                </c:pt>
                <c:pt idx="754">
                  <c:v>109</c:v>
                </c:pt>
                <c:pt idx="755">
                  <c:v>54</c:v>
                </c:pt>
                <c:pt idx="756">
                  <c:v>41</c:v>
                </c:pt>
                <c:pt idx="757">
                  <c:v>38</c:v>
                </c:pt>
                <c:pt idx="758">
                  <c:v>13</c:v>
                </c:pt>
                <c:pt idx="759">
                  <c:v>7</c:v>
                </c:pt>
                <c:pt idx="760">
                  <c:v>1</c:v>
                </c:pt>
                <c:pt idx="761">
                  <c:v>1</c:v>
                </c:pt>
                <c:pt idx="762">
                  <c:v>7</c:v>
                </c:pt>
                <c:pt idx="763">
                  <c:v>28</c:v>
                </c:pt>
                <c:pt idx="764">
                  <c:v>87</c:v>
                </c:pt>
                <c:pt idx="765">
                  <c:v>220</c:v>
                </c:pt>
                <c:pt idx="766">
                  <c:v>127</c:v>
                </c:pt>
                <c:pt idx="767">
                  <c:v>51</c:v>
                </c:pt>
                <c:pt idx="768">
                  <c:v>64</c:v>
                </c:pt>
                <c:pt idx="769">
                  <c:v>86</c:v>
                </c:pt>
                <c:pt idx="770">
                  <c:v>82</c:v>
                </c:pt>
                <c:pt idx="771">
                  <c:v>91</c:v>
                </c:pt>
                <c:pt idx="772">
                  <c:v>90</c:v>
                </c:pt>
                <c:pt idx="773">
                  <c:v>99</c:v>
                </c:pt>
                <c:pt idx="774">
                  <c:v>205</c:v>
                </c:pt>
                <c:pt idx="775">
                  <c:v>155</c:v>
                </c:pt>
                <c:pt idx="776">
                  <c:v>103</c:v>
                </c:pt>
                <c:pt idx="777">
                  <c:v>71</c:v>
                </c:pt>
                <c:pt idx="778">
                  <c:v>43</c:v>
                </c:pt>
                <c:pt idx="779">
                  <c:v>46</c:v>
                </c:pt>
                <c:pt idx="780">
                  <c:v>31</c:v>
                </c:pt>
                <c:pt idx="781">
                  <c:v>39</c:v>
                </c:pt>
                <c:pt idx="782">
                  <c:v>18</c:v>
                </c:pt>
                <c:pt idx="783">
                  <c:v>17</c:v>
                </c:pt>
                <c:pt idx="784">
                  <c:v>11</c:v>
                </c:pt>
                <c:pt idx="785">
                  <c:v>8</c:v>
                </c:pt>
                <c:pt idx="786">
                  <c:v>9</c:v>
                </c:pt>
                <c:pt idx="787">
                  <c:v>4</c:v>
                </c:pt>
                <c:pt idx="788">
                  <c:v>4</c:v>
                </c:pt>
                <c:pt idx="789">
                  <c:v>10</c:v>
                </c:pt>
                <c:pt idx="790">
                  <c:v>20</c:v>
                </c:pt>
                <c:pt idx="791">
                  <c:v>34</c:v>
                </c:pt>
                <c:pt idx="792">
                  <c:v>47</c:v>
                </c:pt>
                <c:pt idx="793">
                  <c:v>52</c:v>
                </c:pt>
                <c:pt idx="794">
                  <c:v>72</c:v>
                </c:pt>
                <c:pt idx="795">
                  <c:v>55</c:v>
                </c:pt>
                <c:pt idx="796">
                  <c:v>60</c:v>
                </c:pt>
                <c:pt idx="797">
                  <c:v>71</c:v>
                </c:pt>
                <c:pt idx="798">
                  <c:v>78</c:v>
                </c:pt>
                <c:pt idx="799">
                  <c:v>83</c:v>
                </c:pt>
                <c:pt idx="800">
                  <c:v>84</c:v>
                </c:pt>
                <c:pt idx="801">
                  <c:v>69</c:v>
                </c:pt>
                <c:pt idx="802">
                  <c:v>56</c:v>
                </c:pt>
                <c:pt idx="803">
                  <c:v>45</c:v>
                </c:pt>
                <c:pt idx="804">
                  <c:v>59</c:v>
                </c:pt>
                <c:pt idx="805">
                  <c:v>39</c:v>
                </c:pt>
                <c:pt idx="806">
                  <c:v>44</c:v>
                </c:pt>
                <c:pt idx="807">
                  <c:v>20</c:v>
                </c:pt>
                <c:pt idx="808">
                  <c:v>13</c:v>
                </c:pt>
                <c:pt idx="809">
                  <c:v>2</c:v>
                </c:pt>
                <c:pt idx="810">
                  <c:v>1</c:v>
                </c:pt>
                <c:pt idx="811">
                  <c:v>1</c:v>
                </c:pt>
                <c:pt idx="812">
                  <c:v>8</c:v>
                </c:pt>
                <c:pt idx="813">
                  <c:v>23</c:v>
                </c:pt>
                <c:pt idx="814">
                  <c:v>45</c:v>
                </c:pt>
                <c:pt idx="815">
                  <c:v>89</c:v>
                </c:pt>
                <c:pt idx="816">
                  <c:v>117</c:v>
                </c:pt>
                <c:pt idx="817">
                  <c:v>174</c:v>
                </c:pt>
                <c:pt idx="818">
                  <c:v>182</c:v>
                </c:pt>
                <c:pt idx="819">
                  <c:v>161</c:v>
                </c:pt>
                <c:pt idx="820">
                  <c:v>182</c:v>
                </c:pt>
                <c:pt idx="821">
                  <c:v>157</c:v>
                </c:pt>
                <c:pt idx="822">
                  <c:v>121</c:v>
                </c:pt>
                <c:pt idx="823">
                  <c:v>78</c:v>
                </c:pt>
                <c:pt idx="824">
                  <c:v>21</c:v>
                </c:pt>
                <c:pt idx="825">
                  <c:v>26</c:v>
                </c:pt>
                <c:pt idx="826">
                  <c:v>27</c:v>
                </c:pt>
                <c:pt idx="827">
                  <c:v>62</c:v>
                </c:pt>
                <c:pt idx="828">
                  <c:v>30</c:v>
                </c:pt>
                <c:pt idx="829">
                  <c:v>15</c:v>
                </c:pt>
                <c:pt idx="830">
                  <c:v>5</c:v>
                </c:pt>
                <c:pt idx="831">
                  <c:v>3</c:v>
                </c:pt>
                <c:pt idx="832">
                  <c:v>1</c:v>
                </c:pt>
                <c:pt idx="833">
                  <c:v>2</c:v>
                </c:pt>
                <c:pt idx="834">
                  <c:v>10</c:v>
                </c:pt>
                <c:pt idx="835">
                  <c:v>30</c:v>
                </c:pt>
                <c:pt idx="836">
                  <c:v>95</c:v>
                </c:pt>
                <c:pt idx="837">
                  <c:v>230</c:v>
                </c:pt>
                <c:pt idx="838">
                  <c:v>118</c:v>
                </c:pt>
                <c:pt idx="839">
                  <c:v>55</c:v>
                </c:pt>
                <c:pt idx="840">
                  <c:v>47</c:v>
                </c:pt>
                <c:pt idx="841">
                  <c:v>66</c:v>
                </c:pt>
                <c:pt idx="842">
                  <c:v>64</c:v>
                </c:pt>
                <c:pt idx="843">
                  <c:v>60</c:v>
                </c:pt>
                <c:pt idx="844">
                  <c:v>50</c:v>
                </c:pt>
                <c:pt idx="845">
                  <c:v>114</c:v>
                </c:pt>
                <c:pt idx="846">
                  <c:v>216</c:v>
                </c:pt>
                <c:pt idx="847">
                  <c:v>175</c:v>
                </c:pt>
                <c:pt idx="848">
                  <c:v>128</c:v>
                </c:pt>
                <c:pt idx="849">
                  <c:v>88</c:v>
                </c:pt>
                <c:pt idx="850">
                  <c:v>78</c:v>
                </c:pt>
                <c:pt idx="851">
                  <c:v>37</c:v>
                </c:pt>
                <c:pt idx="852">
                  <c:v>25</c:v>
                </c:pt>
                <c:pt idx="853">
                  <c:v>10</c:v>
                </c:pt>
                <c:pt idx="854">
                  <c:v>4</c:v>
                </c:pt>
                <c:pt idx="855">
                  <c:v>2</c:v>
                </c:pt>
                <c:pt idx="856">
                  <c:v>1</c:v>
                </c:pt>
                <c:pt idx="857">
                  <c:v>3</c:v>
                </c:pt>
                <c:pt idx="858">
                  <c:v>2</c:v>
                </c:pt>
                <c:pt idx="859">
                  <c:v>39</c:v>
                </c:pt>
                <c:pt idx="860">
                  <c:v>100</c:v>
                </c:pt>
                <c:pt idx="861">
                  <c:v>243</c:v>
                </c:pt>
                <c:pt idx="862">
                  <c:v>135</c:v>
                </c:pt>
                <c:pt idx="863">
                  <c:v>48</c:v>
                </c:pt>
                <c:pt idx="864">
                  <c:v>50</c:v>
                </c:pt>
                <c:pt idx="865">
                  <c:v>65</c:v>
                </c:pt>
                <c:pt idx="866">
                  <c:v>50</c:v>
                </c:pt>
                <c:pt idx="867">
                  <c:v>64</c:v>
                </c:pt>
                <c:pt idx="868">
                  <c:v>51</c:v>
                </c:pt>
                <c:pt idx="869">
                  <c:v>83</c:v>
                </c:pt>
                <c:pt idx="870">
                  <c:v>176</c:v>
                </c:pt>
                <c:pt idx="871">
                  <c:v>152</c:v>
                </c:pt>
                <c:pt idx="872">
                  <c:v>101</c:v>
                </c:pt>
                <c:pt idx="873">
                  <c:v>56</c:v>
                </c:pt>
                <c:pt idx="874">
                  <c:v>54</c:v>
                </c:pt>
                <c:pt idx="875">
                  <c:v>29</c:v>
                </c:pt>
                <c:pt idx="876">
                  <c:v>12</c:v>
                </c:pt>
                <c:pt idx="877">
                  <c:v>17</c:v>
                </c:pt>
                <c:pt idx="878">
                  <c:v>7</c:v>
                </c:pt>
                <c:pt idx="879">
                  <c:v>3</c:v>
                </c:pt>
                <c:pt idx="880">
                  <c:v>2</c:v>
                </c:pt>
                <c:pt idx="881">
                  <c:v>7</c:v>
                </c:pt>
                <c:pt idx="882">
                  <c:v>43</c:v>
                </c:pt>
                <c:pt idx="883">
                  <c:v>99</c:v>
                </c:pt>
                <c:pt idx="884">
                  <c:v>199</c:v>
                </c:pt>
                <c:pt idx="885">
                  <c:v>123</c:v>
                </c:pt>
                <c:pt idx="886">
                  <c:v>59</c:v>
                </c:pt>
                <c:pt idx="887">
                  <c:v>41</c:v>
                </c:pt>
                <c:pt idx="888">
                  <c:v>61</c:v>
                </c:pt>
                <c:pt idx="889">
                  <c:v>69</c:v>
                </c:pt>
                <c:pt idx="890">
                  <c:v>58</c:v>
                </c:pt>
                <c:pt idx="891">
                  <c:v>64</c:v>
                </c:pt>
                <c:pt idx="892">
                  <c:v>79</c:v>
                </c:pt>
                <c:pt idx="893">
                  <c:v>166</c:v>
                </c:pt>
                <c:pt idx="894">
                  <c:v>170</c:v>
                </c:pt>
                <c:pt idx="895">
                  <c:v>88</c:v>
                </c:pt>
                <c:pt idx="896">
                  <c:v>84</c:v>
                </c:pt>
                <c:pt idx="897">
                  <c:v>83</c:v>
                </c:pt>
                <c:pt idx="898">
                  <c:v>46</c:v>
                </c:pt>
                <c:pt idx="899">
                  <c:v>37</c:v>
                </c:pt>
                <c:pt idx="900">
                  <c:v>16</c:v>
                </c:pt>
                <c:pt idx="901">
                  <c:v>7</c:v>
                </c:pt>
                <c:pt idx="902">
                  <c:v>3</c:v>
                </c:pt>
                <c:pt idx="903">
                  <c:v>1</c:v>
                </c:pt>
                <c:pt idx="904">
                  <c:v>6</c:v>
                </c:pt>
                <c:pt idx="905">
                  <c:v>26</c:v>
                </c:pt>
                <c:pt idx="906">
                  <c:v>99</c:v>
                </c:pt>
                <c:pt idx="907">
                  <c:v>178</c:v>
                </c:pt>
                <c:pt idx="908">
                  <c:v>122</c:v>
                </c:pt>
                <c:pt idx="909">
                  <c:v>35</c:v>
                </c:pt>
                <c:pt idx="910">
                  <c:v>45</c:v>
                </c:pt>
                <c:pt idx="911">
                  <c:v>69</c:v>
                </c:pt>
                <c:pt idx="912">
                  <c:v>62</c:v>
                </c:pt>
                <c:pt idx="913">
                  <c:v>48</c:v>
                </c:pt>
                <c:pt idx="914">
                  <c:v>50</c:v>
                </c:pt>
                <c:pt idx="915">
                  <c:v>80</c:v>
                </c:pt>
                <c:pt idx="916">
                  <c:v>165</c:v>
                </c:pt>
                <c:pt idx="917">
                  <c:v>160</c:v>
                </c:pt>
                <c:pt idx="918">
                  <c:v>112</c:v>
                </c:pt>
                <c:pt idx="919">
                  <c:v>97</c:v>
                </c:pt>
                <c:pt idx="920">
                  <c:v>72</c:v>
                </c:pt>
                <c:pt idx="921">
                  <c:v>51</c:v>
                </c:pt>
                <c:pt idx="922">
                  <c:v>34</c:v>
                </c:pt>
                <c:pt idx="923">
                  <c:v>14</c:v>
                </c:pt>
                <c:pt idx="924">
                  <c:v>7</c:v>
                </c:pt>
                <c:pt idx="925">
                  <c:v>3</c:v>
                </c:pt>
                <c:pt idx="926">
                  <c:v>4</c:v>
                </c:pt>
                <c:pt idx="927">
                  <c:v>24</c:v>
                </c:pt>
                <c:pt idx="928">
                  <c:v>74</c:v>
                </c:pt>
                <c:pt idx="929">
                  <c:v>216</c:v>
                </c:pt>
                <c:pt idx="930">
                  <c:v>140</c:v>
                </c:pt>
                <c:pt idx="931">
                  <c:v>44</c:v>
                </c:pt>
                <c:pt idx="932">
                  <c:v>64</c:v>
                </c:pt>
                <c:pt idx="933">
                  <c:v>71</c:v>
                </c:pt>
                <c:pt idx="934">
                  <c:v>110</c:v>
                </c:pt>
                <c:pt idx="935">
                  <c:v>84</c:v>
                </c:pt>
                <c:pt idx="936">
                  <c:v>74</c:v>
                </c:pt>
                <c:pt idx="937">
                  <c:v>125</c:v>
                </c:pt>
                <c:pt idx="938">
                  <c:v>211</c:v>
                </c:pt>
                <c:pt idx="939">
                  <c:v>174</c:v>
                </c:pt>
                <c:pt idx="940">
                  <c:v>101</c:v>
                </c:pt>
                <c:pt idx="941">
                  <c:v>63</c:v>
                </c:pt>
                <c:pt idx="942">
                  <c:v>47</c:v>
                </c:pt>
                <c:pt idx="943">
                  <c:v>43</c:v>
                </c:pt>
                <c:pt idx="944">
                  <c:v>53</c:v>
                </c:pt>
                <c:pt idx="945">
                  <c:v>30</c:v>
                </c:pt>
                <c:pt idx="946">
                  <c:v>24</c:v>
                </c:pt>
                <c:pt idx="947">
                  <c:v>15</c:v>
                </c:pt>
                <c:pt idx="948">
                  <c:v>10</c:v>
                </c:pt>
                <c:pt idx="949">
                  <c:v>4</c:v>
                </c:pt>
                <c:pt idx="950">
                  <c:v>1</c:v>
                </c:pt>
                <c:pt idx="951">
                  <c:v>2</c:v>
                </c:pt>
                <c:pt idx="952">
                  <c:v>11</c:v>
                </c:pt>
                <c:pt idx="953">
                  <c:v>30</c:v>
                </c:pt>
                <c:pt idx="954">
                  <c:v>43</c:v>
                </c:pt>
                <c:pt idx="955">
                  <c:v>84</c:v>
                </c:pt>
                <c:pt idx="956">
                  <c:v>114</c:v>
                </c:pt>
                <c:pt idx="957">
                  <c:v>120</c:v>
                </c:pt>
                <c:pt idx="958">
                  <c:v>135</c:v>
                </c:pt>
                <c:pt idx="959">
                  <c:v>120</c:v>
                </c:pt>
                <c:pt idx="960">
                  <c:v>174</c:v>
                </c:pt>
                <c:pt idx="961">
                  <c:v>145</c:v>
                </c:pt>
                <c:pt idx="962">
                  <c:v>137</c:v>
                </c:pt>
                <c:pt idx="963">
                  <c:v>64</c:v>
                </c:pt>
                <c:pt idx="964">
                  <c:v>41</c:v>
                </c:pt>
                <c:pt idx="965">
                  <c:v>40</c:v>
                </c:pt>
                <c:pt idx="966">
                  <c:v>51</c:v>
                </c:pt>
                <c:pt idx="967">
                  <c:v>45</c:v>
                </c:pt>
                <c:pt idx="968">
                  <c:v>32</c:v>
                </c:pt>
                <c:pt idx="969">
                  <c:v>39</c:v>
                </c:pt>
                <c:pt idx="970">
                  <c:v>24</c:v>
                </c:pt>
                <c:pt idx="971">
                  <c:v>20</c:v>
                </c:pt>
                <c:pt idx="972">
                  <c:v>12</c:v>
                </c:pt>
                <c:pt idx="973">
                  <c:v>2</c:v>
                </c:pt>
                <c:pt idx="974">
                  <c:v>5</c:v>
                </c:pt>
                <c:pt idx="975">
                  <c:v>3</c:v>
                </c:pt>
                <c:pt idx="976">
                  <c:v>12</c:v>
                </c:pt>
                <c:pt idx="977">
                  <c:v>47</c:v>
                </c:pt>
                <c:pt idx="978">
                  <c:v>105</c:v>
                </c:pt>
                <c:pt idx="979">
                  <c:v>112</c:v>
                </c:pt>
                <c:pt idx="980">
                  <c:v>152</c:v>
                </c:pt>
                <c:pt idx="981">
                  <c:v>154</c:v>
                </c:pt>
                <c:pt idx="982">
                  <c:v>161</c:v>
                </c:pt>
                <c:pt idx="983">
                  <c:v>162</c:v>
                </c:pt>
                <c:pt idx="984">
                  <c:v>134</c:v>
                </c:pt>
                <c:pt idx="985">
                  <c:v>125</c:v>
                </c:pt>
                <c:pt idx="986">
                  <c:v>95</c:v>
                </c:pt>
                <c:pt idx="987">
                  <c:v>61</c:v>
                </c:pt>
                <c:pt idx="988">
                  <c:v>47</c:v>
                </c:pt>
                <c:pt idx="989">
                  <c:v>51</c:v>
                </c:pt>
                <c:pt idx="990">
                  <c:v>36</c:v>
                </c:pt>
                <c:pt idx="991">
                  <c:v>30</c:v>
                </c:pt>
                <c:pt idx="992">
                  <c:v>11</c:v>
                </c:pt>
                <c:pt idx="993">
                  <c:v>7</c:v>
                </c:pt>
                <c:pt idx="994">
                  <c:v>2</c:v>
                </c:pt>
                <c:pt idx="995">
                  <c:v>2</c:v>
                </c:pt>
                <c:pt idx="996">
                  <c:v>2</c:v>
                </c:pt>
                <c:pt idx="997">
                  <c:v>3</c:v>
                </c:pt>
                <c:pt idx="998">
                  <c:v>26</c:v>
                </c:pt>
                <c:pt idx="999">
                  <c:v>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C201-4556-B3E0-C4A5A3D45D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5769856"/>
        <c:axId val="195771392"/>
      </c:scatterChart>
      <c:valAx>
        <c:axId val="1957698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95771392"/>
        <c:crosses val="autoZero"/>
        <c:crossBetween val="midCat"/>
      </c:valAx>
      <c:valAx>
        <c:axId val="19577139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95769856"/>
        <c:crosses val="autoZero"/>
        <c:crossBetween val="midCat"/>
      </c:valAx>
    </c:plotArea>
    <c:legend>
      <c:legendPos val="r"/>
      <c:overlay val="0"/>
    </c:legend>
    <c:plotVisOnly val="1"/>
    <c:dispBlanksAs val="gap"/>
    <c:showDLblsOverMax val="0"/>
  </c:chart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Bike Sharing Demand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14917"/>
            <a:ext cx="8229600" cy="4111247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/>
              <a:t>              </a:t>
            </a:r>
          </a:p>
          <a:p>
            <a:pPr marL="0" indent="0" algn="ctr">
              <a:buNone/>
            </a:pPr>
            <a:endParaRPr lang="en-US" b="1" dirty="0"/>
          </a:p>
          <a:p>
            <a:pPr marL="0" indent="0" algn="ctr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Bike Sharing Demand Analysis  </a:t>
            </a:r>
            <a:r>
              <a:rPr lang="en-US" b="1" dirty="0"/>
              <a:t>               </a:t>
            </a:r>
          </a:p>
          <a:p>
            <a:pPr marL="0" indent="0" algn="ctr">
              <a:buNone/>
            </a:pPr>
            <a:r>
              <a:rPr lang="en-US" b="1" dirty="0"/>
              <a:t> Next Hikes IT Solutions</a:t>
            </a:r>
          </a:p>
          <a:p>
            <a:pPr marL="0" indent="0" algn="ctr"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Created by:- Saleha Rahim		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project analyzes bike-sharing data to understand rental demand patterns.</a:t>
            </a:r>
          </a:p>
          <a:p>
            <a:r>
              <a:rPr lang="en-US" dirty="0"/>
              <a:t>The goal is to identify how factors like time, weather, and user type affect bike rentals.</a:t>
            </a:r>
            <a:endParaRPr dirty="0"/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69413081"/>
              </p:ext>
            </p:extLst>
          </p:nvPr>
        </p:nvGraphicFramePr>
        <p:xfrm>
          <a:off x="2973823" y="4044838"/>
          <a:ext cx="3564542" cy="1834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Bike rental </a:t>
            </a:r>
            <a:r>
              <a:rPr lang="en-US" b="1" dirty="0">
                <a:solidFill>
                  <a:srgbClr val="FF0000"/>
                </a:solidFill>
              </a:rPr>
              <a:t>demand </a:t>
            </a:r>
            <a:r>
              <a:rPr lang="en-US" dirty="0"/>
              <a:t>changes based on different conditions such as </a:t>
            </a:r>
            <a:r>
              <a:rPr lang="en-US" b="1" dirty="0">
                <a:solidFill>
                  <a:srgbClr val="FF0000"/>
                </a:solidFill>
              </a:rPr>
              <a:t>weather</a:t>
            </a:r>
            <a:r>
              <a:rPr lang="en-US" dirty="0"/>
              <a:t>, time, and user behavior.</a:t>
            </a:r>
          </a:p>
          <a:p>
            <a:r>
              <a:rPr lang="en-US" dirty="0"/>
              <a:t>The objective is to analyze these patterns to improve business decision-making.</a:t>
            </a:r>
          </a:p>
          <a:p>
            <a:pPr marL="0" indent="0">
              <a:buNone/>
            </a:pPr>
            <a:endParaRPr dirty="0"/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5060375"/>
              </p:ext>
            </p:extLst>
          </p:nvPr>
        </p:nvGraphicFramePr>
        <p:xfrm>
          <a:off x="2331139" y="3940820"/>
          <a:ext cx="3956374" cy="22758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dataset contains hourly and daily bike rental data.</a:t>
            </a:r>
          </a:p>
          <a:p>
            <a:r>
              <a:rPr lang="en-US" dirty="0"/>
              <a:t>Main columns:</a:t>
            </a:r>
          </a:p>
          <a:p>
            <a:r>
              <a:rPr lang="en-US" dirty="0"/>
              <a:t>Date (</a:t>
            </a:r>
            <a:r>
              <a:rPr lang="en-US" dirty="0" err="1"/>
              <a:t>dteday</a:t>
            </a:r>
            <a:r>
              <a:rPr lang="en-US" dirty="0"/>
              <a:t>)</a:t>
            </a:r>
          </a:p>
          <a:p>
            <a:r>
              <a:rPr lang="en-US" dirty="0"/>
              <a:t>Hour (</a:t>
            </a:r>
            <a:r>
              <a:rPr lang="en-US" dirty="0" err="1"/>
              <a:t>hr</a:t>
            </a:r>
            <a:r>
              <a:rPr lang="en-US" dirty="0"/>
              <a:t>)</a:t>
            </a:r>
          </a:p>
          <a:p>
            <a:r>
              <a:rPr lang="en-US" dirty="0"/>
              <a:t>Weather (</a:t>
            </a:r>
            <a:r>
              <a:rPr lang="en-US" dirty="0" err="1"/>
              <a:t>weathersit</a:t>
            </a:r>
            <a:r>
              <a:rPr lang="en-US" dirty="0"/>
              <a:t>)</a:t>
            </a:r>
          </a:p>
          <a:p>
            <a:r>
              <a:rPr lang="en-US" dirty="0"/>
              <a:t>Temperature (temp)</a:t>
            </a:r>
          </a:p>
          <a:p>
            <a:r>
              <a:rPr lang="en-US" dirty="0"/>
              <a:t>Users (casual, registered)</a:t>
            </a:r>
          </a:p>
          <a:p>
            <a:r>
              <a:rPr lang="en-US" dirty="0"/>
              <a:t>Total Rentals (</a:t>
            </a:r>
            <a:r>
              <a:rPr lang="en-US" dirty="0" err="1"/>
              <a:t>cnt</a:t>
            </a:r>
            <a:r>
              <a:rPr lang="en-US" dirty="0"/>
              <a:t>)</a:t>
            </a: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6720" y="2536095"/>
            <a:ext cx="3210080" cy="32416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Removed missing values</a:t>
            </a:r>
          </a:p>
          <a:p>
            <a:r>
              <a:rPr lang="en-US" dirty="0"/>
              <a:t>Handled null data</a:t>
            </a:r>
          </a:p>
          <a:p>
            <a:r>
              <a:rPr lang="en-US" dirty="0"/>
              <a:t>Corrected data types</a:t>
            </a:r>
          </a:p>
          <a:p>
            <a:r>
              <a:rPr lang="en-US" dirty="0"/>
              <a:t>Removed duplicates</a:t>
            </a:r>
          </a:p>
          <a:p>
            <a:r>
              <a:rPr lang="en-US" dirty="0"/>
              <a:t>Formatted dataset properly</a:t>
            </a:r>
            <a:endParaRPr dirty="0"/>
          </a:p>
        </p:txBody>
      </p:sp>
      <p:pic>
        <p:nvPicPr>
          <p:cNvPr id="3074" name="Picture 2" descr="List icon with check sign. List icon and approved, confirm, done, tick, completed symbo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1798" y="2120113"/>
            <a:ext cx="1545579" cy="1229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s://images.openai.com/static-rsc-4/A5BVdgC97G6IQ57Vwxwqo_zDK3NVppUdQLdaXovHIK8iWe8LFW5MhW1FevLDrhzKhaLYrvfccdW0800-1koY0kxIUlUQM4n6NMwzKX5WoEVcM7Jicv91q6QTU-06PyfCRhRfoCXV5Sa460sUx5BhPSkkcfWN0ZveMPjl-nfb7CatwF68ZYE7jIlF9YVgAk_X?purpose=fullsiz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5795" y="2412004"/>
            <a:ext cx="1240002" cy="839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https://images.openai.com/static-rsc-4/Mvg4oyXTgMG_QluuoglqMYXJ_6jWsbxgfbBxVX4C5yJoM7UZduktHgDwzaSMt6L8qcTNTfWpmRxwKIXf2WB8MEiKLzjxkdE0xfGG5CSC97zMWFTXcrVX6jpgEDIrDjXI4c6N2sYixxfAm94ZjaCuzopQ9KKkpxXszclHnc1wPKWPd_5YbTwzHjt6Za5DvC1T?purpose=fullsiz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7831" y="3884176"/>
            <a:ext cx="2829333" cy="1610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Data Merging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Combined 3 datasets using Power Query</a:t>
            </a:r>
          </a:p>
          <a:p>
            <a:r>
              <a:rPr lang="en-US" dirty="0"/>
              <a:t>Used common keys: instant, </a:t>
            </a:r>
            <a:r>
              <a:rPr lang="en-US" dirty="0" err="1"/>
              <a:t>dteday</a:t>
            </a:r>
            <a:r>
              <a:rPr lang="en-US" dirty="0"/>
              <a:t>, </a:t>
            </a:r>
            <a:r>
              <a:rPr lang="en-US" dirty="0" err="1"/>
              <a:t>hr</a:t>
            </a:r>
            <a:endParaRPr lang="en-US" dirty="0"/>
          </a:p>
          <a:p>
            <a:r>
              <a:rPr lang="en-US" dirty="0"/>
              <a:t>Created a single clean dataset for analysis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2524715" y="4300651"/>
            <a:ext cx="497660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b-NO" dirty="0"/>
              <a:t>      [</a:t>
            </a:r>
            <a:r>
              <a:rPr lang="nb-NO" dirty="0">
                <a:solidFill>
                  <a:srgbClr val="0070C0"/>
                </a:solidFill>
              </a:rPr>
              <a:t>Dataset 1</a:t>
            </a:r>
            <a:r>
              <a:rPr lang="nb-NO" dirty="0"/>
              <a:t>]     [</a:t>
            </a:r>
            <a:r>
              <a:rPr lang="nb-NO" dirty="0">
                <a:solidFill>
                  <a:srgbClr val="0070C0"/>
                </a:solidFill>
              </a:rPr>
              <a:t>Dataset 2</a:t>
            </a:r>
            <a:r>
              <a:rPr lang="nb-NO" dirty="0"/>
              <a:t>]     [</a:t>
            </a:r>
            <a:r>
              <a:rPr lang="nb-NO" dirty="0">
                <a:solidFill>
                  <a:srgbClr val="0070C0"/>
                </a:solidFill>
              </a:rPr>
              <a:t>Dataset 3</a:t>
            </a:r>
            <a:endParaRPr lang="nb-NO" dirty="0"/>
          </a:p>
          <a:p>
            <a:r>
              <a:rPr lang="nb-NO" dirty="0"/>
              <a:t>             </a:t>
            </a:r>
            <a:r>
              <a:rPr lang="nb-NO" b="1" dirty="0"/>
              <a:t>↓                         ↓                     ↓</a:t>
            </a:r>
          </a:p>
          <a:p>
            <a:endParaRPr lang="nb-NO" dirty="0"/>
          </a:p>
          <a:p>
            <a:r>
              <a:rPr lang="nb-NO" dirty="0"/>
              <a:t>                           [</a:t>
            </a:r>
            <a:r>
              <a:rPr lang="nb-NO" dirty="0">
                <a:solidFill>
                  <a:srgbClr val="00B0F0"/>
                </a:solidFill>
              </a:rPr>
              <a:t>Final Dataset</a:t>
            </a:r>
            <a:r>
              <a:rPr lang="nb-NO" dirty="0"/>
              <a:t>]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Key Features Created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47088"/>
            <a:ext cx="8229600" cy="4477512"/>
          </a:xfrm>
        </p:spPr>
        <p:txBody>
          <a:bodyPr>
            <a:normAutofit/>
          </a:bodyPr>
          <a:lstStyle/>
          <a:p>
            <a:r>
              <a:rPr lang="en-US" dirty="0"/>
              <a:t>Weekend / Weekday classification –                     📅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sz="2000" dirty="0"/>
              <a:t>Weekday = Working days Weekend = Holiday days</a:t>
            </a:r>
          </a:p>
          <a:p>
            <a:r>
              <a:rPr lang="en-US" dirty="0"/>
              <a:t>Demand Level (High / Low) -                                 📊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sz="2000" dirty="0"/>
              <a:t>High demand →</a:t>
            </a:r>
            <a:r>
              <a:rPr lang="en-US" sz="2000" b="1" dirty="0"/>
              <a:t>"Higher rentals"</a:t>
            </a:r>
            <a:r>
              <a:rPr lang="en-US" sz="2000" dirty="0"/>
              <a:t> Low demand → </a:t>
            </a:r>
            <a:r>
              <a:rPr lang="en-US" sz="2000" b="1" dirty="0"/>
              <a:t>"Lower rentals" </a:t>
            </a:r>
          </a:p>
          <a:p>
            <a:pPr marL="0" indent="0">
              <a:buNone/>
            </a:pPr>
            <a:r>
              <a:rPr lang="en-US" dirty="0"/>
              <a:t>    Temperature category (Hot / Cold / Moderate)-   🌡</a:t>
            </a:r>
          </a:p>
          <a:p>
            <a:r>
              <a:rPr lang="en-US" dirty="0"/>
              <a:t>"Total Users (Casual + Registered)"  -    👥 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1124793" y="5453460"/>
            <a:ext cx="60690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                             ⏰              🌦️             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Analysis - Hourly Demand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88340"/>
            <a:ext cx="8229600" cy="4652920"/>
          </a:xfrm>
        </p:spPr>
        <p:txBody>
          <a:bodyPr/>
          <a:lstStyle/>
          <a:p>
            <a:r>
              <a:rPr lang="en-US" dirty="0"/>
              <a:t>Peak demand observed during morning and evening hours</a:t>
            </a:r>
          </a:p>
          <a:p>
            <a:r>
              <a:rPr lang="en-US" dirty="0"/>
              <a:t>Low demand during late night</a:t>
            </a:r>
          </a:p>
          <a:p>
            <a:r>
              <a:rPr lang="en-US" dirty="0"/>
              <a:t>Useful for scheduling bikes efficiently</a:t>
            </a:r>
          </a:p>
          <a:p>
            <a:pPr marL="0" indent="0">
              <a:buNone/>
            </a:pPr>
            <a:endParaRPr dirty="0"/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0325460"/>
              </p:ext>
            </p:extLst>
          </p:nvPr>
        </p:nvGraphicFramePr>
        <p:xfrm>
          <a:off x="1877310" y="3722335"/>
          <a:ext cx="4361650" cy="22527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Analysis - Weather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5972"/>
            <a:ext cx="8229600" cy="4568628"/>
          </a:xfrm>
        </p:spPr>
        <p:txBody>
          <a:bodyPr/>
          <a:lstStyle/>
          <a:p>
            <a:r>
              <a:rPr lang="en-US" dirty="0"/>
              <a:t>Clear weather shows highest rentals</a:t>
            </a:r>
          </a:p>
          <a:p>
            <a:r>
              <a:rPr lang="en-US" dirty="0"/>
              <a:t>Rainy or bad weather reduces demand</a:t>
            </a:r>
          </a:p>
          <a:p>
            <a:r>
              <a:rPr lang="en-US" dirty="0"/>
              <a:t>Weather plays a key role in rentals</a:t>
            </a:r>
          </a:p>
          <a:p>
            <a:pPr marL="0" indent="0">
              <a:buNone/>
            </a:pPr>
            <a:endParaRPr dirty="0"/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48669148"/>
              </p:ext>
            </p:extLst>
          </p:nvPr>
        </p:nvGraphicFramePr>
        <p:xfrm>
          <a:off x="2387783" y="3497783"/>
          <a:ext cx="3519403" cy="22151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2112056" y="5962788"/>
            <a:ext cx="38436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Clear weather leads to higher rentals.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Analysis - Monthly Trend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72156"/>
            <a:ext cx="8229600" cy="4552444"/>
          </a:xfrm>
        </p:spPr>
        <p:txBody>
          <a:bodyPr/>
          <a:lstStyle/>
          <a:p>
            <a:r>
              <a:rPr lang="en-US" dirty="0"/>
              <a:t>Demand increases during summer months</a:t>
            </a:r>
          </a:p>
          <a:p>
            <a:r>
              <a:rPr lang="en-US" dirty="0"/>
              <a:t>Lower demand in winter</a:t>
            </a:r>
          </a:p>
          <a:p>
            <a:r>
              <a:rPr lang="en-US" dirty="0"/>
              <a:t>Seasonal patterns are clearly visible</a:t>
            </a:r>
          </a:p>
          <a:p>
            <a:pPr marL="0" indent="0">
              <a:buNone/>
            </a:pPr>
            <a:endParaRPr dirty="0"/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7158616"/>
              </p:ext>
            </p:extLst>
          </p:nvPr>
        </p:nvGraphicFramePr>
        <p:xfrm>
          <a:off x="2221264" y="3382470"/>
          <a:ext cx="3532173" cy="19803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1531557" y="5502012"/>
            <a:ext cx="565417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Demand increases during summer months.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User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463" y="1776876"/>
            <a:ext cx="8229600" cy="4552444"/>
          </a:xfrm>
        </p:spPr>
        <p:txBody>
          <a:bodyPr/>
          <a:lstStyle/>
          <a:p>
            <a:r>
              <a:rPr lang="en-US" dirty="0"/>
              <a:t>Registered users contribute more Rentals</a:t>
            </a:r>
          </a:p>
          <a:p>
            <a:r>
              <a:rPr lang="en-US" dirty="0"/>
              <a:t>Casual users mainly active on weekends</a:t>
            </a:r>
          </a:p>
          <a:p>
            <a:r>
              <a:rPr lang="en-US" dirty="0"/>
              <a:t>Shows difference in user behavior</a:t>
            </a:r>
          </a:p>
          <a:p>
            <a:pPr marL="0" indent="0">
              <a:buNone/>
            </a:pPr>
            <a:endParaRPr dirty="0"/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21010355"/>
              </p:ext>
            </p:extLst>
          </p:nvPr>
        </p:nvGraphicFramePr>
        <p:xfrm>
          <a:off x="1990641" y="3379184"/>
          <a:ext cx="4410161" cy="22852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1917812" y="5953347"/>
            <a:ext cx="42494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Registered users contribute more rentals.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Dashboard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Interactive dashboard created using Excel</a:t>
            </a:r>
          </a:p>
          <a:p>
            <a:r>
              <a:rPr lang="en-US" dirty="0"/>
              <a:t>Includes multiple charts and slicers</a:t>
            </a:r>
          </a:p>
          <a:p>
            <a:r>
              <a:rPr lang="en-US" dirty="0"/>
              <a:t>Helps in dynamic data filtering and insights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B5EF5-991C-11BF-CF61-775402388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6A11B05-588E-69FE-D8DD-3F078A0A46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5131" y="618427"/>
            <a:ext cx="8453738" cy="5142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6975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7C11F-3551-42CD-0EE9-6563510B7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1F8161A-2143-C681-E95F-1320C425E9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987552"/>
            <a:ext cx="8485632" cy="4742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231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42" y="1935480"/>
            <a:ext cx="8399532" cy="438912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"Microsoft Excel"–Data analysis and dashboard creation</a:t>
            </a:r>
          </a:p>
          <a:p>
            <a:r>
              <a:rPr lang="en-US" dirty="0"/>
              <a:t>Power Query – Data cleaning and merging</a:t>
            </a:r>
          </a:p>
          <a:p>
            <a:r>
              <a:rPr lang="en-US" dirty="0"/>
              <a:t>Pivot Tables – Data summarization</a:t>
            </a:r>
          </a:p>
          <a:p>
            <a:r>
              <a:rPr lang="en-US" dirty="0"/>
              <a:t>Charts – Data visualization</a:t>
            </a:r>
          </a:p>
          <a:p>
            <a:r>
              <a:rPr lang="en-US" dirty="0"/>
              <a:t> Slicers – Interactive filtering  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sz="1300" dirty="0"/>
              <a:t>📊 Microsoft Excel           🔗 Power Query                 📈 Pivot Tables          📉 Charts       🎛 Slicers vs filtering</a:t>
            </a:r>
            <a:endParaRPr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FF00"/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Correlation Analysis</a:t>
            </a:r>
            <a:endParaRPr dirty="0">
              <a:solidFill>
                <a:schemeClr val="tx1"/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569681"/>
              </p:ext>
            </p:extLst>
          </p:nvPr>
        </p:nvGraphicFramePr>
        <p:xfrm>
          <a:off x="457201" y="2453055"/>
          <a:ext cx="3749040" cy="2267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70941026"/>
              </p:ext>
            </p:extLst>
          </p:nvPr>
        </p:nvGraphicFramePr>
        <p:xfrm>
          <a:off x="4701472" y="2558252"/>
          <a:ext cx="3749040" cy="2267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 5"/>
          <p:cNvSpPr/>
          <p:nvPr/>
        </p:nvSpPr>
        <p:spPr>
          <a:xfrm>
            <a:off x="820203" y="1913194"/>
            <a:ext cx="25011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Temperature </a:t>
            </a:r>
            <a:r>
              <a:rPr lang="en-US" dirty="0" err="1"/>
              <a:t>vs</a:t>
            </a:r>
            <a:r>
              <a:rPr lang="en-US" dirty="0"/>
              <a:t> Rentals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79338" y="1957129"/>
            <a:ext cx="238151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Humidity </a:t>
            </a:r>
            <a:r>
              <a:rPr lang="en-US" dirty="0" err="1"/>
              <a:t>vs</a:t>
            </a:r>
            <a:r>
              <a:rPr lang="en-US" dirty="0"/>
              <a:t> Rentals</a:t>
            </a:r>
          </a:p>
        </p:txBody>
      </p:sp>
      <p:sp>
        <p:nvSpPr>
          <p:cNvPr id="8" name="Rectangle 7"/>
          <p:cNvSpPr/>
          <p:nvPr/>
        </p:nvSpPr>
        <p:spPr>
          <a:xfrm>
            <a:off x="760651" y="5345459"/>
            <a:ext cx="773598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Temperature shows a positive correlation with bike rentals.</a:t>
            </a:r>
            <a:br>
              <a:rPr lang="en-US" dirty="0">
                <a:solidFill>
                  <a:srgbClr val="00B0F0"/>
                </a:solidFill>
              </a:rPr>
            </a:br>
            <a:r>
              <a:rPr lang="en-US" dirty="0">
                <a:solidFill>
                  <a:srgbClr val="00B0F0"/>
                </a:solidFill>
              </a:rPr>
              <a:t>Humidity shows a weak negative correlation.</a:t>
            </a:r>
            <a:br>
              <a:rPr lang="en-US" dirty="0">
                <a:solidFill>
                  <a:srgbClr val="00B0F0"/>
                </a:solidFill>
              </a:rPr>
            </a:br>
            <a:r>
              <a:rPr lang="en-US" dirty="0">
                <a:solidFill>
                  <a:srgbClr val="00B0F0"/>
                </a:solidFill>
              </a:rPr>
              <a:t>Weather plays an important role in demand.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Conclusion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47088"/>
            <a:ext cx="8229600" cy="4477512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Bike demand depends on time, weather, and user type</a:t>
            </a:r>
          </a:p>
          <a:p>
            <a:r>
              <a:rPr lang="en-US" dirty="0"/>
              <a:t>Peak hours and seasons identified</a:t>
            </a:r>
          </a:p>
          <a:p>
            <a:r>
              <a:rPr lang="en-US" dirty="0"/>
              <a:t>Data helps improve business planning and decision-making</a:t>
            </a: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Feel Free to Ask Questions?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                                         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3184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146</TotalTime>
  <Words>518</Words>
  <Application>Microsoft Office PowerPoint</Application>
  <PresentationFormat>On-screen Show (4:3)</PresentationFormat>
  <Paragraphs>115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Calibri</vt:lpstr>
      <vt:lpstr>Constantia</vt:lpstr>
      <vt:lpstr>Wingdings 2</vt:lpstr>
      <vt:lpstr>Flow</vt:lpstr>
      <vt:lpstr>Bike Sharing Demand Analysis</vt:lpstr>
      <vt:lpstr>Introduction</vt:lpstr>
      <vt:lpstr>Problem Statement</vt:lpstr>
      <vt:lpstr>Dataset Overview</vt:lpstr>
      <vt:lpstr>Data Cleaning</vt:lpstr>
      <vt:lpstr>Data Merging</vt:lpstr>
      <vt:lpstr>Key Features Created</vt:lpstr>
      <vt:lpstr>Analysis - Hourly Demand</vt:lpstr>
      <vt:lpstr>Analysis - Weather Impact</vt:lpstr>
      <vt:lpstr>Analysis - Monthly Trend</vt:lpstr>
      <vt:lpstr>User Analysis</vt:lpstr>
      <vt:lpstr>Dashboard Overview</vt:lpstr>
      <vt:lpstr>PowerPoint Presentation</vt:lpstr>
      <vt:lpstr>PowerPoint Presentation</vt:lpstr>
      <vt:lpstr>Tools Used</vt:lpstr>
      <vt:lpstr>Correlation Analysis</vt:lpstr>
      <vt:lpstr>Conclusion</vt:lpstr>
      <vt:lpstr>Thank You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Bike Sharing Demand Analysis</dc:title>
  <dc:creator>MPB10</dc:creator>
  <dc:description>generated using python-pptx</dc:description>
  <cp:lastModifiedBy>Finance</cp:lastModifiedBy>
  <cp:revision>27</cp:revision>
  <dcterms:created xsi:type="dcterms:W3CDTF">2013-01-27T09:14:16Z</dcterms:created>
  <dcterms:modified xsi:type="dcterms:W3CDTF">2026-03-29T19:52:07Z</dcterms:modified>
</cp:coreProperties>
</file>